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Presentation: VerbaSense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High-Performance Speech-to-Text Platform</a:t>
            </a:r>
          </a:p>
          <a:p/>
          <a:p>
            <a:r>
              <a:t>By: Rakesh Biswas (ID: 200112)</a:t>
            </a:r>
          </a:p>
          <a:p>
            <a:r>
              <a:t>Unicorn Software &amp; Solutions Ltd (USSBD)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Unicorn Software &amp; Solutions Ltd (est. 2005)</a:t>
            </a:r>
          </a:p>
          <a:p>
            <a:pPr>
              <a:defRPr sz="2400"/>
            </a:pPr>
            <a:r>
              <a:t>Headquarters: Dhaka | R&amp;D Hub: Khulna</a:t>
            </a:r>
          </a:p>
          <a:p>
            <a:pPr>
              <a:defRPr sz="2400"/>
            </a:pPr>
            <a:r>
              <a:t>Specialization: Enterprise Software &amp; AI Solutions</a:t>
            </a:r>
          </a:p>
          <a:p>
            <a:pPr>
              <a:defRPr sz="2400"/>
            </a:pPr>
            <a:r>
              <a:t>Focus: Digital transformation and smart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VerbaSense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Goal: Build a secure, local transcription platform</a:t>
            </a:r>
          </a:p>
          <a:p>
            <a:pPr>
              <a:defRPr sz="2400"/>
            </a:pPr>
            <a:r>
              <a:t>Core Tech: OpenAI Whisper AI engine</a:t>
            </a:r>
          </a:p>
          <a:p>
            <a:pPr>
              <a:defRPr sz="2400"/>
            </a:pPr>
            <a:r>
              <a:t>Purpose: Private speech-to-text without cloud dependency</a:t>
            </a:r>
          </a:p>
          <a:p>
            <a:pPr>
              <a:defRPr sz="2400"/>
            </a:pPr>
            <a:r>
              <a:t>Objective: Deliver a production-ready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Role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Overseeing the full project lifecycle</a:t>
            </a:r>
          </a:p>
          <a:p>
            <a:pPr>
              <a:defRPr sz="2400"/>
            </a:pPr>
            <a:r>
              <a:t>Module 1: Full-Stack Web Development</a:t>
            </a:r>
          </a:p>
          <a:p>
            <a:pPr>
              <a:defRPr sz="2400"/>
            </a:pPr>
            <a:r>
              <a:t>  - Building user interfaces and backend APIs</a:t>
            </a:r>
          </a:p>
          <a:p>
            <a:pPr>
              <a:defRPr sz="2400"/>
            </a:pPr>
            <a:r>
              <a:t>Module 2: AI Engine Integration</a:t>
            </a:r>
          </a:p>
          <a:p>
            <a:pPr>
              <a:defRPr sz="2400"/>
            </a:pPr>
            <a:r>
              <a:t>  - Deploying and optimizing local AI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Frontend: Next.js 14 and Tailwind CSS</a:t>
            </a:r>
          </a:p>
          <a:p>
            <a:pPr>
              <a:defRPr sz="2400"/>
            </a:pPr>
            <a:r>
              <a:t>Backend: Node.js and Express API</a:t>
            </a:r>
          </a:p>
          <a:p>
            <a:pPr>
              <a:defRPr sz="2400"/>
            </a:pPr>
            <a:r>
              <a:t>AI Integration: Local OpenAI Whisper engine</a:t>
            </a:r>
          </a:p>
          <a:p>
            <a:pPr>
              <a:defRPr sz="2400"/>
            </a:pPr>
            <a:r>
              <a:t>Database: Secure user history with MongoDB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Lab 1: Audio Processing (FFmpeg)</a:t>
            </a:r>
          </a:p>
          <a:p>
            <a:pPr>
              <a:defRPr sz="2400"/>
            </a:pPr>
            <a:r>
              <a:t>  - Finding the best audio format for accuracy</a:t>
            </a:r>
          </a:p>
          <a:p>
            <a:pPr>
              <a:defRPr sz="2400"/>
            </a:pPr>
            <a:r>
              <a:t>Lab 2: AI Model Tuning</a:t>
            </a:r>
          </a:p>
          <a:p>
            <a:pPr>
              <a:defRPr sz="2400"/>
            </a:pPr>
            <a:r>
              <a:t>  - Selecting the right model size for speed and 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Languages: JavaScript &amp; TypeScript</a:t>
            </a:r>
          </a:p>
          <a:p>
            <a:pPr>
              <a:defRPr sz="2400"/>
            </a:pPr>
            <a:r>
              <a:t>AI Tools: Whisper.cpp &amp; FFmpeg</a:t>
            </a:r>
          </a:p>
          <a:p>
            <a:pPr>
              <a:defRPr sz="2400"/>
            </a:pPr>
            <a:r>
              <a:t>Databases: MongoDB</a:t>
            </a:r>
          </a:p>
          <a:p>
            <a:pPr>
              <a:defRPr sz="2400"/>
            </a:pPr>
            <a:r>
              <a:t>Platforms: GitHub, Docker, and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Professional software development lifecycle (SDLC)</a:t>
            </a:r>
          </a:p>
          <a:p>
            <a:pPr>
              <a:defRPr sz="2400"/>
            </a:pPr>
            <a:r>
              <a:t>Practical AI model deployment and GPU usage</a:t>
            </a:r>
          </a:p>
          <a:p>
            <a:pPr>
              <a:defRPr sz="2400"/>
            </a:pPr>
            <a:r>
              <a:t>Full-stack architecture (Frontend + Backend)</a:t>
            </a:r>
          </a:p>
          <a:p>
            <a:pPr>
              <a:defRPr sz="2400"/>
            </a:pPr>
            <a:r>
              <a:t>Professional work ethic and collaborative coding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VerbaSense successfully provides private transcription</a:t>
            </a:r>
          </a:p>
          <a:p>
            <a:pPr>
              <a:defRPr sz="2400"/>
            </a:pPr>
            <a:r>
              <a:t>Achieved goal of building a local AI-powered platform</a:t>
            </a:r>
          </a:p>
          <a:p>
            <a:pPr>
              <a:defRPr sz="2400"/>
            </a:pPr>
            <a:r>
              <a:t>Ready for professional software engineering challenges</a:t>
            </a:r>
          </a:p>
          <a:p>
            <a:pPr>
              <a:defRPr sz="2400"/>
            </a:pPr>
            <a:r>
              <a:t>Bridged the gap between academic theory and industry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Questions?</a:t>
            </a:r>
          </a:p>
          <a:p>
            <a:pPr>
              <a:defRPr sz="2400"/>
            </a:pPr>
            <a:r>
              <a:t>Contact: rakesh.biswas@example.com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