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7" r:id="rId2"/>
    <p:sldId id="268" r:id="rId3"/>
    <p:sldId id="269" r:id="rId4"/>
    <p:sldId id="270" r:id="rId5"/>
    <p:sldId id="272" r:id="rId6"/>
    <p:sldId id="271" r:id="rId7"/>
    <p:sldId id="273" r:id="rId8"/>
    <p:sldId id="274" r:id="rId9"/>
    <p:sldId id="275" r:id="rId10"/>
    <p:sldId id="276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516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D716F-6CA8-4AB4-97D7-623221184CE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2E79FB-3130-4C44-9201-0731FDA75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51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E79FB-3130-4C44-9201-0731FDA75C8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0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E79FB-3130-4C44-9201-0731FDA75C8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16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E79FB-3130-4C44-9201-0731FDA75C8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8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4837" y="676147"/>
            <a:ext cx="700024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4837" y="2573274"/>
            <a:ext cx="7141209" cy="2083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9828" y="6438682"/>
            <a:ext cx="243840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888888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5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581025" y="580961"/>
            <a:chExt cx="11034776" cy="569125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5" y="580961"/>
              <a:ext cx="11034776" cy="56912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700" y="647699"/>
              <a:ext cx="10906125" cy="5562600"/>
            </a:xfrm>
            <a:custGeom>
              <a:avLst/>
              <a:gdLst/>
              <a:ahLst/>
              <a:cxnLst/>
              <a:rect l="l" t="t" r="r" b="b"/>
              <a:pathLst>
                <a:path w="10906125" h="5562600">
                  <a:moveTo>
                    <a:pt x="10906125" y="0"/>
                  </a:moveTo>
                  <a:lnTo>
                    <a:pt x="0" y="0"/>
                  </a:lnTo>
                  <a:lnTo>
                    <a:pt x="0" y="5562600"/>
                  </a:lnTo>
                  <a:lnTo>
                    <a:pt x="10906125" y="5562600"/>
                  </a:lnTo>
                  <a:lnTo>
                    <a:pt x="10906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814387" y="814387"/>
              <a:ext cx="10582275" cy="5238750"/>
            </a:xfrm>
            <a:custGeom>
              <a:avLst/>
              <a:gdLst/>
              <a:ahLst/>
              <a:cxnLst/>
              <a:rect l="l" t="t" r="r" b="b"/>
              <a:pathLst>
                <a:path w="10582275" h="5238750">
                  <a:moveTo>
                    <a:pt x="0" y="5238750"/>
                  </a:moveTo>
                  <a:lnTo>
                    <a:pt x="10582275" y="5238750"/>
                  </a:lnTo>
                  <a:lnTo>
                    <a:pt x="10582275" y="0"/>
                  </a:lnTo>
                  <a:lnTo>
                    <a:pt x="0" y="0"/>
                  </a:lnTo>
                  <a:lnTo>
                    <a:pt x="0" y="5238750"/>
                  </a:lnTo>
                  <a:close/>
                </a:path>
              </a:pathLst>
            </a:custGeom>
            <a:ln w="63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6">
            <a:extLst>
              <a:ext uri="{FF2B5EF4-FFF2-40B4-BE49-F238E27FC236}">
                <a16:creationId xmlns:a16="http://schemas.microsoft.com/office/drawing/2014/main" id="{BCAAFCD5-578A-0E16-7174-54AE07A66706}"/>
              </a:ext>
            </a:extLst>
          </p:cNvPr>
          <p:cNvSpPr/>
          <p:nvPr/>
        </p:nvSpPr>
        <p:spPr>
          <a:xfrm>
            <a:off x="10744200" y="593023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276225" y="0"/>
                </a:moveTo>
                <a:lnTo>
                  <a:pt x="226580" y="4450"/>
                </a:lnTo>
                <a:lnTo>
                  <a:pt x="179852" y="17281"/>
                </a:lnTo>
                <a:lnTo>
                  <a:pt x="136821" y="37713"/>
                </a:lnTo>
                <a:lnTo>
                  <a:pt x="98268" y="64965"/>
                </a:lnTo>
                <a:lnTo>
                  <a:pt x="64973" y="98257"/>
                </a:lnTo>
                <a:lnTo>
                  <a:pt x="37719" y="136810"/>
                </a:lnTo>
                <a:lnTo>
                  <a:pt x="17284" y="179842"/>
                </a:lnTo>
                <a:lnTo>
                  <a:pt x="4451" y="226573"/>
                </a:lnTo>
                <a:lnTo>
                  <a:pt x="0" y="276225"/>
                </a:lnTo>
                <a:lnTo>
                  <a:pt x="4451" y="325876"/>
                </a:lnTo>
                <a:lnTo>
                  <a:pt x="17284" y="372607"/>
                </a:lnTo>
                <a:lnTo>
                  <a:pt x="37719" y="415639"/>
                </a:lnTo>
                <a:lnTo>
                  <a:pt x="64973" y="454192"/>
                </a:lnTo>
                <a:lnTo>
                  <a:pt x="98268" y="487484"/>
                </a:lnTo>
                <a:lnTo>
                  <a:pt x="136821" y="514736"/>
                </a:lnTo>
                <a:lnTo>
                  <a:pt x="179852" y="535168"/>
                </a:lnTo>
                <a:lnTo>
                  <a:pt x="226580" y="547999"/>
                </a:lnTo>
                <a:lnTo>
                  <a:pt x="276225" y="552450"/>
                </a:lnTo>
                <a:lnTo>
                  <a:pt x="325869" y="547999"/>
                </a:lnTo>
                <a:lnTo>
                  <a:pt x="372597" y="535168"/>
                </a:lnTo>
                <a:lnTo>
                  <a:pt x="415628" y="514736"/>
                </a:lnTo>
                <a:lnTo>
                  <a:pt x="454181" y="487484"/>
                </a:lnTo>
                <a:lnTo>
                  <a:pt x="487476" y="454192"/>
                </a:lnTo>
                <a:lnTo>
                  <a:pt x="514730" y="415639"/>
                </a:lnTo>
                <a:lnTo>
                  <a:pt x="535165" y="372607"/>
                </a:lnTo>
                <a:lnTo>
                  <a:pt x="547998" y="325876"/>
                </a:lnTo>
                <a:lnTo>
                  <a:pt x="552450" y="276225"/>
                </a:lnTo>
                <a:lnTo>
                  <a:pt x="547998" y="226573"/>
                </a:lnTo>
                <a:lnTo>
                  <a:pt x="535165" y="179842"/>
                </a:lnTo>
                <a:lnTo>
                  <a:pt x="514730" y="136810"/>
                </a:lnTo>
                <a:lnTo>
                  <a:pt x="487476" y="98257"/>
                </a:lnTo>
                <a:lnTo>
                  <a:pt x="454181" y="64965"/>
                </a:lnTo>
                <a:lnTo>
                  <a:pt x="415628" y="37713"/>
                </a:lnTo>
                <a:lnTo>
                  <a:pt x="372597" y="17281"/>
                </a:lnTo>
                <a:lnTo>
                  <a:pt x="325869" y="4450"/>
                </a:lnTo>
                <a:lnTo>
                  <a:pt x="27622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5468148-6E2E-A680-125B-2715E3610E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07394" y="6206455"/>
            <a:ext cx="178434" cy="201978"/>
          </a:xfrm>
        </p:spPr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US" sz="3200" spc="-25" smtClean="0"/>
              <a:t>1</a:t>
            </a:fld>
            <a:endParaRPr lang="en-US" sz="3200" spc="-25" dirty="0"/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1A7EF8AD-C4D1-4513-69A6-7AAA0E0794B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4004" y="433823"/>
            <a:ext cx="1408545" cy="1413486"/>
          </a:xfrm>
          <a:prstGeom prst="rect">
            <a:avLst/>
          </a:prstGeom>
        </p:spPr>
      </p:pic>
      <p:sp>
        <p:nvSpPr>
          <p:cNvPr id="14" name="object 5" descr="$PPTXTitle">
            <a:extLst>
              <a:ext uri="{FF2B5EF4-FFF2-40B4-BE49-F238E27FC236}">
                <a16:creationId xmlns:a16="http://schemas.microsoft.com/office/drawing/2014/main" id="{20AC9F06-CC30-1480-7377-3822DC183685}"/>
              </a:ext>
            </a:extLst>
          </p:cNvPr>
          <p:cNvSpPr txBox="1">
            <a:spLocks/>
          </p:cNvSpPr>
          <p:nvPr/>
        </p:nvSpPr>
        <p:spPr>
          <a:xfrm>
            <a:off x="2342845" y="490957"/>
            <a:ext cx="9335110" cy="11914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2700" marR="5080">
              <a:lnSpc>
                <a:spcPct val="126299"/>
              </a:lnSpc>
              <a:spcBef>
                <a:spcPts val="95"/>
              </a:spcBef>
            </a:pPr>
            <a:r>
              <a:rPr lang="en-US" dirty="0" err="1"/>
              <a:t>Jashore</a:t>
            </a:r>
            <a:r>
              <a:rPr lang="en-US" spc="-50" dirty="0"/>
              <a:t> </a:t>
            </a:r>
            <a:r>
              <a:rPr lang="en-US" dirty="0"/>
              <a:t>University</a:t>
            </a:r>
            <a:r>
              <a:rPr lang="en-US" spc="-65" dirty="0"/>
              <a:t> </a:t>
            </a:r>
            <a:r>
              <a:rPr lang="en-US" dirty="0"/>
              <a:t>of</a:t>
            </a:r>
            <a:r>
              <a:rPr lang="en-US" spc="-45" dirty="0"/>
              <a:t> </a:t>
            </a:r>
            <a:r>
              <a:rPr lang="en-US" dirty="0"/>
              <a:t>Science</a:t>
            </a:r>
            <a:r>
              <a:rPr lang="en-US" spc="-60" dirty="0"/>
              <a:t> </a:t>
            </a:r>
            <a:r>
              <a:rPr lang="en-US" dirty="0"/>
              <a:t>and</a:t>
            </a:r>
            <a:r>
              <a:rPr lang="en-US" spc="-45" dirty="0"/>
              <a:t> </a:t>
            </a:r>
            <a:r>
              <a:rPr lang="en-US" spc="-10" dirty="0"/>
              <a:t>Technology </a:t>
            </a:r>
            <a:r>
              <a:rPr lang="en-US" dirty="0"/>
              <a:t>Department</a:t>
            </a:r>
            <a:r>
              <a:rPr lang="en-US" spc="-40" dirty="0"/>
              <a:t> </a:t>
            </a:r>
            <a:r>
              <a:rPr lang="en-US" dirty="0"/>
              <a:t>of</a:t>
            </a:r>
            <a:r>
              <a:rPr lang="en-US" spc="-30" dirty="0"/>
              <a:t> </a:t>
            </a:r>
            <a:r>
              <a:rPr lang="en-US" dirty="0"/>
              <a:t>Computer</a:t>
            </a:r>
            <a:r>
              <a:rPr lang="en-US" spc="-55" dirty="0"/>
              <a:t> </a:t>
            </a:r>
            <a:r>
              <a:rPr lang="en-US" dirty="0"/>
              <a:t>Science</a:t>
            </a:r>
            <a:r>
              <a:rPr lang="en-US" spc="-30" dirty="0"/>
              <a:t> </a:t>
            </a:r>
            <a:r>
              <a:rPr lang="en-US" dirty="0"/>
              <a:t>and</a:t>
            </a:r>
            <a:r>
              <a:rPr lang="en-US" spc="-40" dirty="0"/>
              <a:t> </a:t>
            </a:r>
            <a:r>
              <a:rPr lang="en-US" spc="-10" dirty="0"/>
              <a:t>Engineering</a:t>
            </a: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37BC737C-8A79-B0EE-3D8A-CCEB174C0582}"/>
              </a:ext>
            </a:extLst>
          </p:cNvPr>
          <p:cNvSpPr txBox="1"/>
          <p:nvPr/>
        </p:nvSpPr>
        <p:spPr>
          <a:xfrm>
            <a:off x="1062990" y="2003769"/>
            <a:ext cx="1023366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Cambria"/>
                <a:cs typeface="Cambria"/>
              </a:rPr>
              <a:t>Course</a:t>
            </a:r>
            <a:r>
              <a:rPr sz="2100" spc="1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Code:</a:t>
            </a:r>
            <a:r>
              <a:rPr sz="2100" spc="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CSE</a:t>
            </a:r>
            <a:r>
              <a:rPr sz="2400" b="1" spc="1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-</a:t>
            </a:r>
            <a:r>
              <a:rPr sz="2400" b="1" spc="20" dirty="0">
                <a:latin typeface="Cambria"/>
                <a:cs typeface="Cambria"/>
              </a:rPr>
              <a:t> </a:t>
            </a:r>
            <a:r>
              <a:rPr sz="2400" b="1" spc="-20" dirty="0">
                <a:latin typeface="Cambria"/>
                <a:cs typeface="Cambria"/>
              </a:rPr>
              <a:t>4210</a:t>
            </a:r>
            <a:endParaRPr sz="2100" dirty="0">
              <a:latin typeface="Cambria"/>
              <a:cs typeface="Cambria"/>
            </a:endParaRPr>
          </a:p>
          <a:p>
            <a:pPr marL="12700" marR="5080" algn="ctr">
              <a:lnSpc>
                <a:spcPct val="100000"/>
              </a:lnSpc>
            </a:pPr>
            <a:r>
              <a:rPr lang="en-US" sz="2800" b="1" spc="-10" dirty="0">
                <a:latin typeface="Cambria"/>
                <a:cs typeface="Cambria"/>
              </a:rPr>
              <a:t>USSBD </a:t>
            </a:r>
            <a:r>
              <a:rPr sz="2800" b="1" spc="-10" dirty="0">
                <a:latin typeface="Cambria"/>
                <a:cs typeface="Cambria"/>
              </a:rPr>
              <a:t>Internship</a:t>
            </a:r>
            <a:r>
              <a:rPr sz="2800" b="1" spc="-120" dirty="0">
                <a:latin typeface="Cambria"/>
                <a:cs typeface="Cambria"/>
              </a:rPr>
              <a:t> </a:t>
            </a:r>
            <a:r>
              <a:rPr sz="2800" b="1" spc="-10" dirty="0">
                <a:latin typeface="Cambria"/>
                <a:cs typeface="Cambria"/>
              </a:rPr>
              <a:t>Journey:</a:t>
            </a:r>
            <a:r>
              <a:rPr lang="en-US" sz="2800" b="1" spc="-10" dirty="0">
                <a:latin typeface="Cambria"/>
                <a:cs typeface="Cambria"/>
              </a:rPr>
              <a:t> Backend Focused Web App Development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33AE1802-4058-A575-AC71-D5ACA803EB73}"/>
              </a:ext>
            </a:extLst>
          </p:cNvPr>
          <p:cNvSpPr/>
          <p:nvPr/>
        </p:nvSpPr>
        <p:spPr>
          <a:xfrm>
            <a:off x="3817857" y="3535680"/>
            <a:ext cx="4572000" cy="4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EDAA7256-1BDF-15C1-82D5-CD911F0F988B}"/>
              </a:ext>
            </a:extLst>
          </p:cNvPr>
          <p:cNvSpPr/>
          <p:nvPr/>
        </p:nvSpPr>
        <p:spPr>
          <a:xfrm>
            <a:off x="4495800" y="3962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2800" b="1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5EBB4EDB-96B4-CB15-C67F-30FD96573E28}"/>
              </a:ext>
            </a:extLst>
          </p:cNvPr>
          <p:cNvSpPr/>
          <p:nvPr/>
        </p:nvSpPr>
        <p:spPr>
          <a:xfrm>
            <a:off x="5958840" y="3962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Rakesh Biswas</a:t>
            </a:r>
            <a:endParaRPr lang="en-US" sz="28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5D6AB107-33A4-C0D3-0345-2CFC5DA5A5C6}"/>
              </a:ext>
            </a:extLst>
          </p:cNvPr>
          <p:cNvSpPr/>
          <p:nvPr/>
        </p:nvSpPr>
        <p:spPr>
          <a:xfrm>
            <a:off x="4495800" y="43464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ID:</a:t>
            </a:r>
            <a:endParaRPr lang="en-US" sz="2800" b="1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1F5B6391-06A3-6E33-407F-9A1B59EDA8B2}"/>
              </a:ext>
            </a:extLst>
          </p:cNvPr>
          <p:cNvSpPr/>
          <p:nvPr/>
        </p:nvSpPr>
        <p:spPr>
          <a:xfrm>
            <a:off x="5958840" y="43464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200112</a:t>
            </a:r>
            <a:endParaRPr lang="en-US" sz="28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516A7E9E-329F-BE41-8A9B-3D24B874AF39}"/>
              </a:ext>
            </a:extLst>
          </p:cNvPr>
          <p:cNvSpPr/>
          <p:nvPr/>
        </p:nvSpPr>
        <p:spPr>
          <a:xfrm>
            <a:off x="4495800" y="473049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Session:</a:t>
            </a:r>
            <a:endParaRPr lang="en-US" sz="2800" b="1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119810E6-6EB8-2EB7-813B-1D201A5307F0}"/>
              </a:ext>
            </a:extLst>
          </p:cNvPr>
          <p:cNvSpPr/>
          <p:nvPr/>
        </p:nvSpPr>
        <p:spPr>
          <a:xfrm>
            <a:off x="5958840" y="473049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2020-21</a:t>
            </a:r>
            <a:endParaRPr lang="en-US" sz="280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0AB8A5A1-1F21-88A7-4230-9B0F32E17169}"/>
              </a:ext>
            </a:extLst>
          </p:cNvPr>
          <p:cNvSpPr/>
          <p:nvPr/>
        </p:nvSpPr>
        <p:spPr>
          <a:xfrm>
            <a:off x="4948658" y="593023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25 April 2026</a:t>
            </a:r>
            <a:endParaRPr 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5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581025" y="580961"/>
            <a:chExt cx="11034776" cy="569125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5" y="580961"/>
              <a:ext cx="11034776" cy="56912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700" y="647699"/>
              <a:ext cx="10906125" cy="5562600"/>
            </a:xfrm>
            <a:custGeom>
              <a:avLst/>
              <a:gdLst/>
              <a:ahLst/>
              <a:cxnLst/>
              <a:rect l="l" t="t" r="r" b="b"/>
              <a:pathLst>
                <a:path w="10906125" h="5562600">
                  <a:moveTo>
                    <a:pt x="10906125" y="0"/>
                  </a:moveTo>
                  <a:lnTo>
                    <a:pt x="0" y="0"/>
                  </a:lnTo>
                  <a:lnTo>
                    <a:pt x="0" y="5562600"/>
                  </a:lnTo>
                  <a:lnTo>
                    <a:pt x="10906125" y="5562600"/>
                  </a:lnTo>
                  <a:lnTo>
                    <a:pt x="10906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814387" y="814387"/>
              <a:ext cx="10582275" cy="5238750"/>
            </a:xfrm>
            <a:custGeom>
              <a:avLst/>
              <a:gdLst/>
              <a:ahLst/>
              <a:cxnLst/>
              <a:rect l="l" t="t" r="r" b="b"/>
              <a:pathLst>
                <a:path w="10582275" h="5238750">
                  <a:moveTo>
                    <a:pt x="0" y="5238750"/>
                  </a:moveTo>
                  <a:lnTo>
                    <a:pt x="10582275" y="5238750"/>
                  </a:lnTo>
                  <a:lnTo>
                    <a:pt x="10582275" y="0"/>
                  </a:lnTo>
                  <a:lnTo>
                    <a:pt x="0" y="0"/>
                  </a:lnTo>
                  <a:lnTo>
                    <a:pt x="0" y="5238750"/>
                  </a:lnTo>
                  <a:close/>
                </a:path>
              </a:pathLst>
            </a:custGeom>
            <a:ln w="63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554991" y="2681680"/>
            <a:ext cx="9263814" cy="1494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lang="en-US" sz="4800" b="1" spc="-10" dirty="0">
                <a:latin typeface="Cambria"/>
                <a:cs typeface="Cambria"/>
              </a:rPr>
              <a:t>Internship</a:t>
            </a:r>
            <a:r>
              <a:rPr lang="en-US" sz="4800" b="1" spc="-120" dirty="0">
                <a:latin typeface="Cambria"/>
                <a:cs typeface="Cambria"/>
              </a:rPr>
              <a:t> on-</a:t>
            </a:r>
            <a:r>
              <a:rPr lang="en-US" sz="4800" b="1" spc="-10" dirty="0">
                <a:latin typeface="Cambria"/>
                <a:cs typeface="Cambria"/>
              </a:rPr>
              <a:t> Backend Focused Web App Development</a:t>
            </a:r>
            <a:endParaRPr lang="en-US" sz="4800" dirty="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5800" y="74605"/>
            <a:ext cx="1757045" cy="611195"/>
            <a:chOff x="5133975" y="638175"/>
            <a:chExt cx="1924050" cy="733425"/>
          </a:xfrm>
        </p:grpSpPr>
        <p:sp>
          <p:nvSpPr>
            <p:cNvPr id="10" name="object 10"/>
            <p:cNvSpPr/>
            <p:nvPr/>
          </p:nvSpPr>
          <p:spPr>
            <a:xfrm>
              <a:off x="5133975" y="638175"/>
              <a:ext cx="1924050" cy="733425"/>
            </a:xfrm>
            <a:custGeom>
              <a:avLst/>
              <a:gdLst/>
              <a:ahLst/>
              <a:cxnLst/>
              <a:rect l="l" t="t" r="r" b="b"/>
              <a:pathLst>
                <a:path w="1924050" h="733425">
                  <a:moveTo>
                    <a:pt x="192405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924050" y="733425"/>
                  </a:lnTo>
                  <a:lnTo>
                    <a:pt x="19240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53101" y="643000"/>
              <a:ext cx="1695450" cy="647700"/>
            </a:xfrm>
            <a:custGeom>
              <a:avLst/>
              <a:gdLst/>
              <a:ahLst/>
              <a:cxnLst/>
              <a:rect l="l" t="t" r="r" b="b"/>
              <a:pathLst>
                <a:path w="1695450" h="647700">
                  <a:moveTo>
                    <a:pt x="0" y="0"/>
                  </a:moveTo>
                  <a:lnTo>
                    <a:pt x="0" y="640079"/>
                  </a:lnTo>
                </a:path>
                <a:path w="1695450" h="647700">
                  <a:moveTo>
                    <a:pt x="1695450" y="0"/>
                  </a:moveTo>
                  <a:lnTo>
                    <a:pt x="1695450" y="640079"/>
                  </a:lnTo>
                </a:path>
                <a:path w="1695450" h="647700">
                  <a:moveTo>
                    <a:pt x="0" y="647700"/>
                  </a:moveTo>
                  <a:lnTo>
                    <a:pt x="1691640" y="6477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6">
            <a:extLst>
              <a:ext uri="{FF2B5EF4-FFF2-40B4-BE49-F238E27FC236}">
                <a16:creationId xmlns:a16="http://schemas.microsoft.com/office/drawing/2014/main" id="{BCAAFCD5-578A-0E16-7174-54AE07A66706}"/>
              </a:ext>
            </a:extLst>
          </p:cNvPr>
          <p:cNvSpPr/>
          <p:nvPr/>
        </p:nvSpPr>
        <p:spPr>
          <a:xfrm>
            <a:off x="10744200" y="593023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276225" y="0"/>
                </a:moveTo>
                <a:lnTo>
                  <a:pt x="226580" y="4450"/>
                </a:lnTo>
                <a:lnTo>
                  <a:pt x="179852" y="17281"/>
                </a:lnTo>
                <a:lnTo>
                  <a:pt x="136821" y="37713"/>
                </a:lnTo>
                <a:lnTo>
                  <a:pt x="98268" y="64965"/>
                </a:lnTo>
                <a:lnTo>
                  <a:pt x="64973" y="98257"/>
                </a:lnTo>
                <a:lnTo>
                  <a:pt x="37719" y="136810"/>
                </a:lnTo>
                <a:lnTo>
                  <a:pt x="17284" y="179842"/>
                </a:lnTo>
                <a:lnTo>
                  <a:pt x="4451" y="226573"/>
                </a:lnTo>
                <a:lnTo>
                  <a:pt x="0" y="276225"/>
                </a:lnTo>
                <a:lnTo>
                  <a:pt x="4451" y="325876"/>
                </a:lnTo>
                <a:lnTo>
                  <a:pt x="17284" y="372607"/>
                </a:lnTo>
                <a:lnTo>
                  <a:pt x="37719" y="415639"/>
                </a:lnTo>
                <a:lnTo>
                  <a:pt x="64973" y="454192"/>
                </a:lnTo>
                <a:lnTo>
                  <a:pt x="98268" y="487484"/>
                </a:lnTo>
                <a:lnTo>
                  <a:pt x="136821" y="514736"/>
                </a:lnTo>
                <a:lnTo>
                  <a:pt x="179852" y="535168"/>
                </a:lnTo>
                <a:lnTo>
                  <a:pt x="226580" y="547999"/>
                </a:lnTo>
                <a:lnTo>
                  <a:pt x="276225" y="552450"/>
                </a:lnTo>
                <a:lnTo>
                  <a:pt x="325869" y="547999"/>
                </a:lnTo>
                <a:lnTo>
                  <a:pt x="372597" y="535168"/>
                </a:lnTo>
                <a:lnTo>
                  <a:pt x="415628" y="514736"/>
                </a:lnTo>
                <a:lnTo>
                  <a:pt x="454181" y="487484"/>
                </a:lnTo>
                <a:lnTo>
                  <a:pt x="487476" y="454192"/>
                </a:lnTo>
                <a:lnTo>
                  <a:pt x="514730" y="415639"/>
                </a:lnTo>
                <a:lnTo>
                  <a:pt x="535165" y="372607"/>
                </a:lnTo>
                <a:lnTo>
                  <a:pt x="547998" y="325876"/>
                </a:lnTo>
                <a:lnTo>
                  <a:pt x="552450" y="276225"/>
                </a:lnTo>
                <a:lnTo>
                  <a:pt x="547998" y="226573"/>
                </a:lnTo>
                <a:lnTo>
                  <a:pt x="535165" y="179842"/>
                </a:lnTo>
                <a:lnTo>
                  <a:pt x="514730" y="136810"/>
                </a:lnTo>
                <a:lnTo>
                  <a:pt x="487476" y="98257"/>
                </a:lnTo>
                <a:lnTo>
                  <a:pt x="454181" y="64965"/>
                </a:lnTo>
                <a:lnTo>
                  <a:pt x="415628" y="37713"/>
                </a:lnTo>
                <a:lnTo>
                  <a:pt x="372597" y="17281"/>
                </a:lnTo>
                <a:lnTo>
                  <a:pt x="325869" y="4450"/>
                </a:lnTo>
                <a:lnTo>
                  <a:pt x="27622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5468148-6E2E-A680-125B-2715E3610E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07394" y="6206455"/>
            <a:ext cx="178434" cy="201978"/>
          </a:xfrm>
        </p:spPr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US" sz="3200" spc="-25" smtClean="0"/>
              <a:t>2</a:t>
            </a:fld>
            <a:endParaRPr lang="en-US" sz="3200" spc="-25" dirty="0"/>
          </a:p>
        </p:txBody>
      </p:sp>
    </p:spTree>
    <p:extLst>
      <p:ext uri="{BB962C8B-B14F-4D97-AF65-F5344CB8AC3E}">
        <p14:creationId xmlns:p14="http://schemas.microsoft.com/office/powerpoint/2010/main" val="850711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5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581025" y="580961"/>
            <a:chExt cx="11034776" cy="569125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5" y="580961"/>
              <a:ext cx="11034776" cy="56912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700" y="647699"/>
              <a:ext cx="10906125" cy="5562600"/>
            </a:xfrm>
            <a:custGeom>
              <a:avLst/>
              <a:gdLst/>
              <a:ahLst/>
              <a:cxnLst/>
              <a:rect l="l" t="t" r="r" b="b"/>
              <a:pathLst>
                <a:path w="10906125" h="5562600">
                  <a:moveTo>
                    <a:pt x="10906125" y="0"/>
                  </a:moveTo>
                  <a:lnTo>
                    <a:pt x="0" y="0"/>
                  </a:lnTo>
                  <a:lnTo>
                    <a:pt x="0" y="5562600"/>
                  </a:lnTo>
                  <a:lnTo>
                    <a:pt x="10906125" y="5562600"/>
                  </a:lnTo>
                  <a:lnTo>
                    <a:pt x="10906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814387" y="814387"/>
              <a:ext cx="10582275" cy="5238750"/>
            </a:xfrm>
            <a:custGeom>
              <a:avLst/>
              <a:gdLst/>
              <a:ahLst/>
              <a:cxnLst/>
              <a:rect l="l" t="t" r="r" b="b"/>
              <a:pathLst>
                <a:path w="10582275" h="5238750">
                  <a:moveTo>
                    <a:pt x="0" y="5238750"/>
                  </a:moveTo>
                  <a:lnTo>
                    <a:pt x="10582275" y="5238750"/>
                  </a:lnTo>
                  <a:lnTo>
                    <a:pt x="10582275" y="0"/>
                  </a:lnTo>
                  <a:lnTo>
                    <a:pt x="0" y="0"/>
                  </a:lnTo>
                  <a:lnTo>
                    <a:pt x="0" y="5238750"/>
                  </a:lnTo>
                  <a:close/>
                </a:path>
              </a:pathLst>
            </a:custGeom>
            <a:ln w="63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85800" y="838293"/>
            <a:ext cx="506095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800" dirty="0"/>
              <a:t>Table of Contents</a:t>
            </a:r>
            <a:endParaRPr sz="6800" dirty="0"/>
          </a:p>
        </p:txBody>
      </p:sp>
      <p:grpSp>
        <p:nvGrpSpPr>
          <p:cNvPr id="9" name="object 9"/>
          <p:cNvGrpSpPr/>
          <p:nvPr/>
        </p:nvGrpSpPr>
        <p:grpSpPr>
          <a:xfrm>
            <a:off x="685800" y="74605"/>
            <a:ext cx="1757045" cy="611195"/>
            <a:chOff x="5133975" y="638175"/>
            <a:chExt cx="1924050" cy="733425"/>
          </a:xfrm>
        </p:grpSpPr>
        <p:sp>
          <p:nvSpPr>
            <p:cNvPr id="10" name="object 10"/>
            <p:cNvSpPr/>
            <p:nvPr/>
          </p:nvSpPr>
          <p:spPr>
            <a:xfrm>
              <a:off x="5133975" y="638175"/>
              <a:ext cx="1924050" cy="733425"/>
            </a:xfrm>
            <a:custGeom>
              <a:avLst/>
              <a:gdLst/>
              <a:ahLst/>
              <a:cxnLst/>
              <a:rect l="l" t="t" r="r" b="b"/>
              <a:pathLst>
                <a:path w="1924050" h="733425">
                  <a:moveTo>
                    <a:pt x="192405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924050" y="733425"/>
                  </a:lnTo>
                  <a:lnTo>
                    <a:pt x="19240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53101" y="643000"/>
              <a:ext cx="1695450" cy="647700"/>
            </a:xfrm>
            <a:custGeom>
              <a:avLst/>
              <a:gdLst/>
              <a:ahLst/>
              <a:cxnLst/>
              <a:rect l="l" t="t" r="r" b="b"/>
              <a:pathLst>
                <a:path w="1695450" h="647700">
                  <a:moveTo>
                    <a:pt x="0" y="0"/>
                  </a:moveTo>
                  <a:lnTo>
                    <a:pt x="0" y="640079"/>
                  </a:lnTo>
                </a:path>
                <a:path w="1695450" h="647700">
                  <a:moveTo>
                    <a:pt x="1695450" y="0"/>
                  </a:moveTo>
                  <a:lnTo>
                    <a:pt x="1695450" y="640079"/>
                  </a:lnTo>
                </a:path>
                <a:path w="1695450" h="647700">
                  <a:moveTo>
                    <a:pt x="0" y="647700"/>
                  </a:moveTo>
                  <a:lnTo>
                    <a:pt x="1691640" y="6477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6">
            <a:extLst>
              <a:ext uri="{FF2B5EF4-FFF2-40B4-BE49-F238E27FC236}">
                <a16:creationId xmlns:a16="http://schemas.microsoft.com/office/drawing/2014/main" id="{BCAAFCD5-578A-0E16-7174-54AE07A66706}"/>
              </a:ext>
            </a:extLst>
          </p:cNvPr>
          <p:cNvSpPr/>
          <p:nvPr/>
        </p:nvSpPr>
        <p:spPr>
          <a:xfrm>
            <a:off x="10744200" y="593023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276225" y="0"/>
                </a:moveTo>
                <a:lnTo>
                  <a:pt x="226580" y="4450"/>
                </a:lnTo>
                <a:lnTo>
                  <a:pt x="179852" y="17281"/>
                </a:lnTo>
                <a:lnTo>
                  <a:pt x="136821" y="37713"/>
                </a:lnTo>
                <a:lnTo>
                  <a:pt x="98268" y="64965"/>
                </a:lnTo>
                <a:lnTo>
                  <a:pt x="64973" y="98257"/>
                </a:lnTo>
                <a:lnTo>
                  <a:pt x="37719" y="136810"/>
                </a:lnTo>
                <a:lnTo>
                  <a:pt x="17284" y="179842"/>
                </a:lnTo>
                <a:lnTo>
                  <a:pt x="4451" y="226573"/>
                </a:lnTo>
                <a:lnTo>
                  <a:pt x="0" y="276225"/>
                </a:lnTo>
                <a:lnTo>
                  <a:pt x="4451" y="325876"/>
                </a:lnTo>
                <a:lnTo>
                  <a:pt x="17284" y="372607"/>
                </a:lnTo>
                <a:lnTo>
                  <a:pt x="37719" y="415639"/>
                </a:lnTo>
                <a:lnTo>
                  <a:pt x="64973" y="454192"/>
                </a:lnTo>
                <a:lnTo>
                  <a:pt x="98268" y="487484"/>
                </a:lnTo>
                <a:lnTo>
                  <a:pt x="136821" y="514736"/>
                </a:lnTo>
                <a:lnTo>
                  <a:pt x="179852" y="535168"/>
                </a:lnTo>
                <a:lnTo>
                  <a:pt x="226580" y="547999"/>
                </a:lnTo>
                <a:lnTo>
                  <a:pt x="276225" y="552450"/>
                </a:lnTo>
                <a:lnTo>
                  <a:pt x="325869" y="547999"/>
                </a:lnTo>
                <a:lnTo>
                  <a:pt x="372597" y="535168"/>
                </a:lnTo>
                <a:lnTo>
                  <a:pt x="415628" y="514736"/>
                </a:lnTo>
                <a:lnTo>
                  <a:pt x="454181" y="487484"/>
                </a:lnTo>
                <a:lnTo>
                  <a:pt x="487476" y="454192"/>
                </a:lnTo>
                <a:lnTo>
                  <a:pt x="514730" y="415639"/>
                </a:lnTo>
                <a:lnTo>
                  <a:pt x="535165" y="372607"/>
                </a:lnTo>
                <a:lnTo>
                  <a:pt x="547998" y="325876"/>
                </a:lnTo>
                <a:lnTo>
                  <a:pt x="552450" y="276225"/>
                </a:lnTo>
                <a:lnTo>
                  <a:pt x="547998" y="226573"/>
                </a:lnTo>
                <a:lnTo>
                  <a:pt x="535165" y="179842"/>
                </a:lnTo>
                <a:lnTo>
                  <a:pt x="514730" y="136810"/>
                </a:lnTo>
                <a:lnTo>
                  <a:pt x="487476" y="98257"/>
                </a:lnTo>
                <a:lnTo>
                  <a:pt x="454181" y="64965"/>
                </a:lnTo>
                <a:lnTo>
                  <a:pt x="415628" y="37713"/>
                </a:lnTo>
                <a:lnTo>
                  <a:pt x="372597" y="17281"/>
                </a:lnTo>
                <a:lnTo>
                  <a:pt x="325869" y="4450"/>
                </a:lnTo>
                <a:lnTo>
                  <a:pt x="27622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5468148-6E2E-A680-125B-2715E3610E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07394" y="6206455"/>
            <a:ext cx="178434" cy="201978"/>
          </a:xfrm>
        </p:spPr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US" sz="3200" spc="-25" smtClean="0"/>
              <a:t>3</a:t>
            </a:fld>
            <a:endParaRPr lang="en-US" sz="3200" spc="-25" dirty="0"/>
          </a:p>
        </p:txBody>
      </p:sp>
      <p:sp>
        <p:nvSpPr>
          <p:cNvPr id="38" name="object 3">
            <a:extLst>
              <a:ext uri="{FF2B5EF4-FFF2-40B4-BE49-F238E27FC236}">
                <a16:creationId xmlns:a16="http://schemas.microsoft.com/office/drawing/2014/main" id="{F80443DD-B760-4DFE-C4C2-BF77164C6FE8}"/>
              </a:ext>
            </a:extLst>
          </p:cNvPr>
          <p:cNvSpPr txBox="1"/>
          <p:nvPr/>
        </p:nvSpPr>
        <p:spPr>
          <a:xfrm>
            <a:off x="2034223" y="4132595"/>
            <a:ext cx="537210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400" b="1" spc="-10" dirty="0">
                <a:latin typeface="Times New Roman"/>
                <a:cs typeface="Times New Roman"/>
              </a:rPr>
              <a:t>1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9" name="object 4">
            <a:extLst>
              <a:ext uri="{FF2B5EF4-FFF2-40B4-BE49-F238E27FC236}">
                <a16:creationId xmlns:a16="http://schemas.microsoft.com/office/drawing/2014/main" id="{E4536E42-8587-8236-E95C-69126309FE58}"/>
              </a:ext>
            </a:extLst>
          </p:cNvPr>
          <p:cNvSpPr/>
          <p:nvPr/>
        </p:nvSpPr>
        <p:spPr>
          <a:xfrm>
            <a:off x="457200" y="3952875"/>
            <a:ext cx="11277600" cy="177926"/>
          </a:xfrm>
          <a:custGeom>
            <a:avLst/>
            <a:gdLst/>
            <a:ahLst/>
            <a:cxnLst/>
            <a:rect l="l" t="t" r="r" b="b"/>
            <a:pathLst>
              <a:path w="10058400" h="152400">
                <a:moveTo>
                  <a:pt x="10058400" y="0"/>
                </a:moveTo>
                <a:lnTo>
                  <a:pt x="0" y="0"/>
                </a:lnTo>
                <a:lnTo>
                  <a:pt x="0" y="152400"/>
                </a:lnTo>
                <a:lnTo>
                  <a:pt x="10058400" y="152400"/>
                </a:lnTo>
                <a:lnTo>
                  <a:pt x="1005840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5">
            <a:extLst>
              <a:ext uri="{FF2B5EF4-FFF2-40B4-BE49-F238E27FC236}">
                <a16:creationId xmlns:a16="http://schemas.microsoft.com/office/drawing/2014/main" id="{D630C8A7-ADE4-076D-A99F-AF932735E2AC}"/>
              </a:ext>
            </a:extLst>
          </p:cNvPr>
          <p:cNvSpPr txBox="1"/>
          <p:nvPr/>
        </p:nvSpPr>
        <p:spPr>
          <a:xfrm>
            <a:off x="1104204" y="2581790"/>
            <a:ext cx="2112071" cy="840486"/>
          </a:xfrm>
          <a:prstGeom prst="rect">
            <a:avLst/>
          </a:prstGeom>
          <a:solidFill>
            <a:srgbClr val="DCD9D9">
              <a:alpha val="90194"/>
            </a:srgbClr>
          </a:solidFill>
          <a:ln w="3175">
            <a:solidFill>
              <a:srgbClr val="DCD9D9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121920" marR="135255">
              <a:lnSpc>
                <a:spcPct val="86000"/>
              </a:lnSpc>
              <a:spcBef>
                <a:spcPts val="890"/>
              </a:spcBef>
            </a:pPr>
            <a:r>
              <a:rPr lang="en-US" sz="2400" dirty="0"/>
              <a:t>Organization</a:t>
            </a:r>
          </a:p>
          <a:p>
            <a:pPr marL="121920" marR="135255">
              <a:lnSpc>
                <a:spcPct val="86000"/>
              </a:lnSpc>
              <a:spcBef>
                <a:spcPts val="890"/>
              </a:spcBef>
            </a:pPr>
            <a:r>
              <a:rPr lang="en-US" sz="2400" dirty="0">
                <a:latin typeface="Times New Roman"/>
                <a:cs typeface="Times New Roman"/>
              </a:rPr>
              <a:t>Overview</a:t>
            </a:r>
          </a:p>
        </p:txBody>
      </p:sp>
      <p:sp>
        <p:nvSpPr>
          <p:cNvPr id="41" name="object 6">
            <a:extLst>
              <a:ext uri="{FF2B5EF4-FFF2-40B4-BE49-F238E27FC236}">
                <a16:creationId xmlns:a16="http://schemas.microsoft.com/office/drawing/2014/main" id="{87B31320-A5BC-8FA5-9855-6FF0FDE46FBB}"/>
              </a:ext>
            </a:extLst>
          </p:cNvPr>
          <p:cNvSpPr/>
          <p:nvPr/>
        </p:nvSpPr>
        <p:spPr>
          <a:xfrm>
            <a:off x="2138426" y="3300476"/>
            <a:ext cx="0" cy="657225"/>
          </a:xfrm>
          <a:custGeom>
            <a:avLst/>
            <a:gdLst/>
            <a:ahLst/>
            <a:cxnLst/>
            <a:rect l="l" t="t" r="r" b="b"/>
            <a:pathLst>
              <a:path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ln w="6350">
            <a:solidFill>
              <a:srgbClr val="918485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7">
            <a:extLst>
              <a:ext uri="{FF2B5EF4-FFF2-40B4-BE49-F238E27FC236}">
                <a16:creationId xmlns:a16="http://schemas.microsoft.com/office/drawing/2014/main" id="{E07CD4F3-CE9B-792D-5E97-073B3D131273}"/>
              </a:ext>
            </a:extLst>
          </p:cNvPr>
          <p:cNvSpPr txBox="1"/>
          <p:nvPr/>
        </p:nvSpPr>
        <p:spPr>
          <a:xfrm>
            <a:off x="3748155" y="3551736"/>
            <a:ext cx="537210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400" b="1" spc="-10" dirty="0">
                <a:latin typeface="Times New Roman"/>
                <a:cs typeface="Times New Roman"/>
              </a:rPr>
              <a:t>2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3" name="object 8">
            <a:extLst>
              <a:ext uri="{FF2B5EF4-FFF2-40B4-BE49-F238E27FC236}">
                <a16:creationId xmlns:a16="http://schemas.microsoft.com/office/drawing/2014/main" id="{209F44D2-E1CE-595F-49D2-5EC5CB90DADB}"/>
              </a:ext>
            </a:extLst>
          </p:cNvPr>
          <p:cNvSpPr txBox="1"/>
          <p:nvPr/>
        </p:nvSpPr>
        <p:spPr>
          <a:xfrm>
            <a:off x="3123820" y="4776849"/>
            <a:ext cx="1448175" cy="431785"/>
          </a:xfrm>
          <a:prstGeom prst="rect">
            <a:avLst/>
          </a:prstGeom>
          <a:solidFill>
            <a:srgbClr val="DCD9D9">
              <a:alpha val="90194"/>
            </a:srgbClr>
          </a:solidFill>
          <a:ln w="3175">
            <a:solidFill>
              <a:srgbClr val="DCD9D9"/>
            </a:solidFill>
          </a:ln>
        </p:spPr>
        <p:txBody>
          <a:bodyPr vert="horz" wrap="square" lIns="0" tIns="113030" rIns="0" bIns="0" rtlCol="0">
            <a:spAutoFit/>
          </a:bodyPr>
          <a:lstStyle/>
          <a:p>
            <a:pPr marL="121920" marR="135255">
              <a:lnSpc>
                <a:spcPct val="86000"/>
              </a:lnSpc>
              <a:spcBef>
                <a:spcPts val="890"/>
              </a:spcBef>
            </a:pPr>
            <a:r>
              <a:rPr lang="en-US" sz="2400" dirty="0"/>
              <a:t>Services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44" name="object 9">
            <a:extLst>
              <a:ext uri="{FF2B5EF4-FFF2-40B4-BE49-F238E27FC236}">
                <a16:creationId xmlns:a16="http://schemas.microsoft.com/office/drawing/2014/main" id="{19475837-D372-0DCF-9397-1CF837DB630F}"/>
              </a:ext>
            </a:extLst>
          </p:cNvPr>
          <p:cNvGrpSpPr/>
          <p:nvPr/>
        </p:nvGrpSpPr>
        <p:grpSpPr>
          <a:xfrm>
            <a:off x="2085975" y="3981450"/>
            <a:ext cx="1771650" cy="789305"/>
            <a:chOff x="2695575" y="3981450"/>
            <a:chExt cx="1771650" cy="789305"/>
          </a:xfrm>
        </p:grpSpPr>
        <p:sp>
          <p:nvSpPr>
            <p:cNvPr id="45" name="object 10">
              <a:extLst>
                <a:ext uri="{FF2B5EF4-FFF2-40B4-BE49-F238E27FC236}">
                  <a16:creationId xmlns:a16="http://schemas.microsoft.com/office/drawing/2014/main" id="{43F9E3BF-AEBF-567C-4CAB-A32788E8F31F}"/>
                </a:ext>
              </a:extLst>
            </p:cNvPr>
            <p:cNvSpPr/>
            <p:nvPr/>
          </p:nvSpPr>
          <p:spPr>
            <a:xfrm>
              <a:off x="4424426" y="4110101"/>
              <a:ext cx="0" cy="657225"/>
            </a:xfrm>
            <a:custGeom>
              <a:avLst/>
              <a:gdLst/>
              <a:ahLst/>
              <a:cxnLst/>
              <a:rect l="l" t="t" r="r" b="b"/>
              <a:pathLst>
                <a:path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ln w="6350">
              <a:solidFill>
                <a:srgbClr val="91848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11">
              <a:extLst>
                <a:ext uri="{FF2B5EF4-FFF2-40B4-BE49-F238E27FC236}">
                  <a16:creationId xmlns:a16="http://schemas.microsoft.com/office/drawing/2014/main" id="{3B4E5CA2-62D4-64AC-CDB3-467ADEEF792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5575" y="3981450"/>
              <a:ext cx="95250" cy="95250"/>
            </a:xfrm>
            <a:prstGeom prst="rect">
              <a:avLst/>
            </a:prstGeom>
          </p:spPr>
        </p:pic>
        <p:pic>
          <p:nvPicPr>
            <p:cNvPr id="47" name="object 12">
              <a:extLst>
                <a:ext uri="{FF2B5EF4-FFF2-40B4-BE49-F238E27FC236}">
                  <a16:creationId xmlns:a16="http://schemas.microsoft.com/office/drawing/2014/main" id="{EF0F2BB9-64A1-9420-82EA-E76FF102BCE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1975" y="3981450"/>
              <a:ext cx="95250" cy="95250"/>
            </a:xfrm>
            <a:prstGeom prst="rect">
              <a:avLst/>
            </a:prstGeom>
          </p:spPr>
        </p:pic>
      </p:grpSp>
      <p:sp>
        <p:nvSpPr>
          <p:cNvPr id="48" name="object 13">
            <a:extLst>
              <a:ext uri="{FF2B5EF4-FFF2-40B4-BE49-F238E27FC236}">
                <a16:creationId xmlns:a16="http://schemas.microsoft.com/office/drawing/2014/main" id="{9CF0D988-3806-A48E-64A6-5215A3F859D6}"/>
              </a:ext>
            </a:extLst>
          </p:cNvPr>
          <p:cNvSpPr txBox="1"/>
          <p:nvPr/>
        </p:nvSpPr>
        <p:spPr>
          <a:xfrm>
            <a:off x="5393372" y="4100449"/>
            <a:ext cx="537210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400" b="1" spc="-10" dirty="0">
                <a:latin typeface="Times New Roman"/>
                <a:cs typeface="Times New Roman"/>
              </a:rPr>
              <a:t>3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9" name="object 14">
            <a:extLst>
              <a:ext uri="{FF2B5EF4-FFF2-40B4-BE49-F238E27FC236}">
                <a16:creationId xmlns:a16="http://schemas.microsoft.com/office/drawing/2014/main" id="{8141FC9E-338E-791C-6901-DE1CA5330435}"/>
              </a:ext>
            </a:extLst>
          </p:cNvPr>
          <p:cNvSpPr txBox="1"/>
          <p:nvPr/>
        </p:nvSpPr>
        <p:spPr>
          <a:xfrm>
            <a:off x="4513266" y="2535080"/>
            <a:ext cx="1946267" cy="866135"/>
          </a:xfrm>
          <a:prstGeom prst="rect">
            <a:avLst/>
          </a:prstGeom>
          <a:solidFill>
            <a:srgbClr val="DCD9D9">
              <a:alpha val="90194"/>
            </a:srgbClr>
          </a:solidFill>
          <a:ln w="3175">
            <a:solidFill>
              <a:srgbClr val="DCD9D9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121920" marR="135255">
              <a:lnSpc>
                <a:spcPct val="86000"/>
              </a:lnSpc>
              <a:spcBef>
                <a:spcPts val="890"/>
              </a:spcBef>
            </a:pPr>
            <a:r>
              <a:rPr lang="en-US" sz="2400" dirty="0"/>
              <a:t>Internship</a:t>
            </a:r>
          </a:p>
          <a:p>
            <a:pPr marL="121920" marR="135255">
              <a:lnSpc>
                <a:spcPct val="86000"/>
              </a:lnSpc>
              <a:spcBef>
                <a:spcPts val="890"/>
              </a:spcBef>
            </a:pPr>
            <a:r>
              <a:rPr lang="en-US" sz="2400" dirty="0"/>
              <a:t>Experience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50" name="object 15">
            <a:extLst>
              <a:ext uri="{FF2B5EF4-FFF2-40B4-BE49-F238E27FC236}">
                <a16:creationId xmlns:a16="http://schemas.microsoft.com/office/drawing/2014/main" id="{863A717B-F8EB-3A36-636C-603BB8C001D6}"/>
              </a:ext>
            </a:extLst>
          </p:cNvPr>
          <p:cNvSpPr/>
          <p:nvPr/>
        </p:nvSpPr>
        <p:spPr>
          <a:xfrm>
            <a:off x="5491226" y="3300476"/>
            <a:ext cx="0" cy="657225"/>
          </a:xfrm>
          <a:custGeom>
            <a:avLst/>
            <a:gdLst/>
            <a:ahLst/>
            <a:cxnLst/>
            <a:rect l="l" t="t" r="r" b="b"/>
            <a:pathLst>
              <a:path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ln w="6350">
            <a:solidFill>
              <a:srgbClr val="918485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6">
            <a:extLst>
              <a:ext uri="{FF2B5EF4-FFF2-40B4-BE49-F238E27FC236}">
                <a16:creationId xmlns:a16="http://schemas.microsoft.com/office/drawing/2014/main" id="{4FB09D6B-7106-3962-95D6-7D992CF05A8F}"/>
              </a:ext>
            </a:extLst>
          </p:cNvPr>
          <p:cNvSpPr txBox="1"/>
          <p:nvPr/>
        </p:nvSpPr>
        <p:spPr>
          <a:xfrm>
            <a:off x="7050915" y="3570575"/>
            <a:ext cx="537210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400" b="1" spc="-10" dirty="0">
                <a:latin typeface="Times New Roman"/>
                <a:cs typeface="Times New Roman"/>
              </a:rPr>
              <a:t>4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2" name="object 17">
            <a:extLst>
              <a:ext uri="{FF2B5EF4-FFF2-40B4-BE49-F238E27FC236}">
                <a16:creationId xmlns:a16="http://schemas.microsoft.com/office/drawing/2014/main" id="{7D677135-79D3-0AA4-5167-925AE4464401}"/>
              </a:ext>
            </a:extLst>
          </p:cNvPr>
          <p:cNvSpPr txBox="1"/>
          <p:nvPr/>
        </p:nvSpPr>
        <p:spPr>
          <a:xfrm>
            <a:off x="5684901" y="4760976"/>
            <a:ext cx="2965450" cy="840486"/>
          </a:xfrm>
          <a:prstGeom prst="rect">
            <a:avLst/>
          </a:prstGeom>
          <a:solidFill>
            <a:srgbClr val="DCD9D9">
              <a:alpha val="90194"/>
            </a:srgbClr>
          </a:solidFill>
          <a:ln w="3175">
            <a:solidFill>
              <a:srgbClr val="DCD9D9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121920" marR="135255">
              <a:lnSpc>
                <a:spcPct val="86000"/>
              </a:lnSpc>
              <a:spcBef>
                <a:spcPts val="890"/>
              </a:spcBef>
            </a:pPr>
            <a:r>
              <a:rPr lang="en-US" sz="2400" dirty="0"/>
              <a:t>Internship</a:t>
            </a:r>
          </a:p>
          <a:p>
            <a:pPr marL="121920" marR="135255">
              <a:lnSpc>
                <a:spcPct val="86000"/>
              </a:lnSpc>
              <a:spcBef>
                <a:spcPts val="890"/>
              </a:spcBef>
            </a:pPr>
            <a:r>
              <a:rPr lang="en-US" sz="2400" dirty="0"/>
              <a:t>Sites</a:t>
            </a:r>
            <a:endParaRPr lang="en-US" sz="2800" dirty="0"/>
          </a:p>
        </p:txBody>
      </p:sp>
      <p:grpSp>
        <p:nvGrpSpPr>
          <p:cNvPr id="53" name="object 18">
            <a:extLst>
              <a:ext uri="{FF2B5EF4-FFF2-40B4-BE49-F238E27FC236}">
                <a16:creationId xmlns:a16="http://schemas.microsoft.com/office/drawing/2014/main" id="{D5AB97E2-8B61-19AA-C5BC-BBDC4EE894A6}"/>
              </a:ext>
            </a:extLst>
          </p:cNvPr>
          <p:cNvGrpSpPr/>
          <p:nvPr/>
        </p:nvGrpSpPr>
        <p:grpSpPr>
          <a:xfrm>
            <a:off x="5438775" y="3981450"/>
            <a:ext cx="1771650" cy="789305"/>
            <a:chOff x="6048375" y="3981450"/>
            <a:chExt cx="1771650" cy="789305"/>
          </a:xfrm>
        </p:grpSpPr>
        <p:sp>
          <p:nvSpPr>
            <p:cNvPr id="54" name="object 19">
              <a:extLst>
                <a:ext uri="{FF2B5EF4-FFF2-40B4-BE49-F238E27FC236}">
                  <a16:creationId xmlns:a16="http://schemas.microsoft.com/office/drawing/2014/main" id="{51AF78AB-494A-9606-B2F4-8216DC89E7C2}"/>
                </a:ext>
              </a:extLst>
            </p:cNvPr>
            <p:cNvSpPr/>
            <p:nvPr/>
          </p:nvSpPr>
          <p:spPr>
            <a:xfrm>
              <a:off x="7777226" y="4110101"/>
              <a:ext cx="0" cy="657225"/>
            </a:xfrm>
            <a:custGeom>
              <a:avLst/>
              <a:gdLst/>
              <a:ahLst/>
              <a:cxnLst/>
              <a:rect l="l" t="t" r="r" b="b"/>
              <a:pathLst>
                <a:path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ln w="6350">
              <a:solidFill>
                <a:srgbClr val="91848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20">
              <a:extLst>
                <a:ext uri="{FF2B5EF4-FFF2-40B4-BE49-F238E27FC236}">
                  <a16:creationId xmlns:a16="http://schemas.microsoft.com/office/drawing/2014/main" id="{5D1B902B-B29D-3C28-219E-2216751C49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8375" y="3981450"/>
              <a:ext cx="95250" cy="95250"/>
            </a:xfrm>
            <a:prstGeom prst="rect">
              <a:avLst/>
            </a:prstGeom>
          </p:spPr>
        </p:pic>
        <p:pic>
          <p:nvPicPr>
            <p:cNvPr id="56" name="object 21">
              <a:extLst>
                <a:ext uri="{FF2B5EF4-FFF2-40B4-BE49-F238E27FC236}">
                  <a16:creationId xmlns:a16="http://schemas.microsoft.com/office/drawing/2014/main" id="{BF283D12-3E59-B740-F307-EB4415E594C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4775" y="3981450"/>
              <a:ext cx="95250" cy="95250"/>
            </a:xfrm>
            <a:prstGeom prst="rect">
              <a:avLst/>
            </a:prstGeom>
          </p:spPr>
        </p:pic>
      </p:grpSp>
      <p:sp>
        <p:nvSpPr>
          <p:cNvPr id="57" name="object 22">
            <a:extLst>
              <a:ext uri="{FF2B5EF4-FFF2-40B4-BE49-F238E27FC236}">
                <a16:creationId xmlns:a16="http://schemas.microsoft.com/office/drawing/2014/main" id="{0F9CCAFE-490C-0C7D-1E2B-55D68F757F41}"/>
              </a:ext>
            </a:extLst>
          </p:cNvPr>
          <p:cNvSpPr txBox="1"/>
          <p:nvPr/>
        </p:nvSpPr>
        <p:spPr>
          <a:xfrm>
            <a:off x="8755126" y="4105275"/>
            <a:ext cx="537210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400" b="1" spc="-10" dirty="0">
                <a:latin typeface="Times New Roman"/>
                <a:cs typeface="Times New Roman"/>
              </a:rPr>
              <a:t>5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8" name="object 23">
            <a:extLst>
              <a:ext uri="{FF2B5EF4-FFF2-40B4-BE49-F238E27FC236}">
                <a16:creationId xmlns:a16="http://schemas.microsoft.com/office/drawing/2014/main" id="{2FC59C37-7A14-F00F-398E-ED283023873E}"/>
              </a:ext>
            </a:extLst>
          </p:cNvPr>
          <p:cNvSpPr txBox="1"/>
          <p:nvPr/>
        </p:nvSpPr>
        <p:spPr>
          <a:xfrm>
            <a:off x="7497100" y="2512516"/>
            <a:ext cx="2620962" cy="866776"/>
          </a:xfrm>
          <a:prstGeom prst="rect">
            <a:avLst/>
          </a:prstGeom>
          <a:solidFill>
            <a:srgbClr val="DCD9D9">
              <a:alpha val="90194"/>
            </a:srgbClr>
          </a:solidFill>
          <a:ln w="3175">
            <a:solidFill>
              <a:srgbClr val="DCD9D9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121920" marR="135255">
              <a:lnSpc>
                <a:spcPct val="86000"/>
              </a:lnSpc>
              <a:spcBef>
                <a:spcPts val="890"/>
              </a:spcBef>
            </a:pPr>
            <a:r>
              <a:rPr lang="en-US" sz="2400" dirty="0"/>
              <a:t>Tools &amp;</a:t>
            </a:r>
          </a:p>
          <a:p>
            <a:pPr marL="121920" marR="135255">
              <a:lnSpc>
                <a:spcPct val="86000"/>
              </a:lnSpc>
              <a:spcBef>
                <a:spcPts val="890"/>
              </a:spcBef>
            </a:pPr>
            <a:r>
              <a:rPr lang="en-US" sz="2400" dirty="0">
                <a:latin typeface="Times New Roman"/>
                <a:cs typeface="Times New Roman"/>
              </a:rPr>
              <a:t>Technologies used</a:t>
            </a:r>
          </a:p>
        </p:txBody>
      </p:sp>
      <p:grpSp>
        <p:nvGrpSpPr>
          <p:cNvPr id="59" name="object 24">
            <a:extLst>
              <a:ext uri="{FF2B5EF4-FFF2-40B4-BE49-F238E27FC236}">
                <a16:creationId xmlns:a16="http://schemas.microsoft.com/office/drawing/2014/main" id="{53483A3B-9433-82EE-CC8A-90DD5BF1D6FA}"/>
              </a:ext>
            </a:extLst>
          </p:cNvPr>
          <p:cNvGrpSpPr/>
          <p:nvPr/>
        </p:nvGrpSpPr>
        <p:grpSpPr>
          <a:xfrm>
            <a:off x="8791575" y="3300476"/>
            <a:ext cx="95250" cy="776605"/>
            <a:chOff x="9401175" y="3300476"/>
            <a:chExt cx="95250" cy="776605"/>
          </a:xfrm>
        </p:grpSpPr>
        <p:sp>
          <p:nvSpPr>
            <p:cNvPr id="60" name="object 25">
              <a:extLst>
                <a:ext uri="{FF2B5EF4-FFF2-40B4-BE49-F238E27FC236}">
                  <a16:creationId xmlns:a16="http://schemas.microsoft.com/office/drawing/2014/main" id="{21497336-D26D-6AA2-D66B-415924186AC7}"/>
                </a:ext>
              </a:extLst>
            </p:cNvPr>
            <p:cNvSpPr/>
            <p:nvPr/>
          </p:nvSpPr>
          <p:spPr>
            <a:xfrm>
              <a:off x="9453626" y="3300476"/>
              <a:ext cx="0" cy="657225"/>
            </a:xfrm>
            <a:custGeom>
              <a:avLst/>
              <a:gdLst/>
              <a:ahLst/>
              <a:cxnLst/>
              <a:rect l="l" t="t" r="r" b="b"/>
              <a:pathLst>
                <a:path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ln w="6350">
              <a:solidFill>
                <a:srgbClr val="91848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26">
              <a:extLst>
                <a:ext uri="{FF2B5EF4-FFF2-40B4-BE49-F238E27FC236}">
                  <a16:creationId xmlns:a16="http://schemas.microsoft.com/office/drawing/2014/main" id="{5B2433ED-6821-BCBA-D077-A4093F4DCE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1175" y="3981450"/>
              <a:ext cx="95250" cy="95250"/>
            </a:xfrm>
            <a:prstGeom prst="rect">
              <a:avLst/>
            </a:prstGeom>
          </p:spPr>
        </p:pic>
      </p:grpSp>
      <p:sp>
        <p:nvSpPr>
          <p:cNvPr id="62" name="object 16">
            <a:extLst>
              <a:ext uri="{FF2B5EF4-FFF2-40B4-BE49-F238E27FC236}">
                <a16:creationId xmlns:a16="http://schemas.microsoft.com/office/drawing/2014/main" id="{A93EF2F7-0D53-EBF0-7EBF-4081D415413B}"/>
              </a:ext>
            </a:extLst>
          </p:cNvPr>
          <p:cNvSpPr txBox="1"/>
          <p:nvPr/>
        </p:nvSpPr>
        <p:spPr>
          <a:xfrm>
            <a:off x="10457815" y="3562574"/>
            <a:ext cx="537210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400" b="1" spc="-10" dirty="0">
                <a:latin typeface="Times New Roman"/>
                <a:cs typeface="Times New Roman"/>
              </a:rPr>
              <a:t>6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3" name="object 17">
            <a:extLst>
              <a:ext uri="{FF2B5EF4-FFF2-40B4-BE49-F238E27FC236}">
                <a16:creationId xmlns:a16="http://schemas.microsoft.com/office/drawing/2014/main" id="{BCA0FFE0-41E4-713A-99EB-6EB00F4B1861}"/>
              </a:ext>
            </a:extLst>
          </p:cNvPr>
          <p:cNvSpPr txBox="1"/>
          <p:nvPr/>
        </p:nvSpPr>
        <p:spPr>
          <a:xfrm>
            <a:off x="9925530" y="4849932"/>
            <a:ext cx="1227638" cy="840486"/>
          </a:xfrm>
          <a:prstGeom prst="rect">
            <a:avLst/>
          </a:prstGeom>
          <a:solidFill>
            <a:srgbClr val="DCD9D9">
              <a:alpha val="90194"/>
            </a:srgbClr>
          </a:solidFill>
          <a:ln w="3175">
            <a:solidFill>
              <a:srgbClr val="DCD9D9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121920" marR="135255">
              <a:lnSpc>
                <a:spcPct val="86000"/>
              </a:lnSpc>
              <a:spcBef>
                <a:spcPts val="890"/>
              </a:spcBef>
            </a:pPr>
            <a:r>
              <a:rPr lang="en-US" sz="2400" dirty="0">
                <a:latin typeface="Times New Roman"/>
                <a:cs typeface="Times New Roman"/>
              </a:rPr>
              <a:t>Gained</a:t>
            </a:r>
          </a:p>
          <a:p>
            <a:pPr marL="121920" marR="135255">
              <a:lnSpc>
                <a:spcPct val="86000"/>
              </a:lnSpc>
              <a:spcBef>
                <a:spcPts val="890"/>
              </a:spcBef>
            </a:pPr>
            <a:r>
              <a:rPr lang="en-US" sz="2400" dirty="0">
                <a:latin typeface="Times New Roman"/>
                <a:cs typeface="Times New Roman"/>
              </a:rPr>
              <a:t>Skills</a:t>
            </a:r>
          </a:p>
        </p:txBody>
      </p:sp>
      <p:grpSp>
        <p:nvGrpSpPr>
          <p:cNvPr id="68" name="object 24">
            <a:extLst>
              <a:ext uri="{FF2B5EF4-FFF2-40B4-BE49-F238E27FC236}">
                <a16:creationId xmlns:a16="http://schemas.microsoft.com/office/drawing/2014/main" id="{65C0B12C-518B-7C5F-E7CE-D462EC02C6AA}"/>
              </a:ext>
            </a:extLst>
          </p:cNvPr>
          <p:cNvGrpSpPr/>
          <p:nvPr/>
        </p:nvGrpSpPr>
        <p:grpSpPr>
          <a:xfrm rot="10800000">
            <a:off x="10496550" y="4038600"/>
            <a:ext cx="95250" cy="776605"/>
            <a:chOff x="9401175" y="3300476"/>
            <a:chExt cx="95250" cy="776605"/>
          </a:xfrm>
        </p:grpSpPr>
        <p:sp>
          <p:nvSpPr>
            <p:cNvPr id="69" name="object 25">
              <a:extLst>
                <a:ext uri="{FF2B5EF4-FFF2-40B4-BE49-F238E27FC236}">
                  <a16:creationId xmlns:a16="http://schemas.microsoft.com/office/drawing/2014/main" id="{7A69D1A7-4D87-C262-CFEF-27CE1E044046}"/>
                </a:ext>
              </a:extLst>
            </p:cNvPr>
            <p:cNvSpPr/>
            <p:nvPr/>
          </p:nvSpPr>
          <p:spPr>
            <a:xfrm>
              <a:off x="9453626" y="3300476"/>
              <a:ext cx="0" cy="657225"/>
            </a:xfrm>
            <a:custGeom>
              <a:avLst/>
              <a:gdLst/>
              <a:ahLst/>
              <a:cxnLst/>
              <a:rect l="l" t="t" r="r" b="b"/>
              <a:pathLst>
                <a:path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ln w="6350">
              <a:solidFill>
                <a:srgbClr val="91848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26">
              <a:extLst>
                <a:ext uri="{FF2B5EF4-FFF2-40B4-BE49-F238E27FC236}">
                  <a16:creationId xmlns:a16="http://schemas.microsoft.com/office/drawing/2014/main" id="{EF6D6647-4E31-36D0-B3F2-4F21D90417E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1175" y="3981450"/>
              <a:ext cx="95250" cy="95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0585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5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581025" y="580961"/>
            <a:chExt cx="11034776" cy="5691251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580961"/>
              <a:ext cx="11034776" cy="56912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700" y="647699"/>
              <a:ext cx="10906125" cy="5562600"/>
            </a:xfrm>
            <a:custGeom>
              <a:avLst/>
              <a:gdLst/>
              <a:ahLst/>
              <a:cxnLst/>
              <a:rect l="l" t="t" r="r" b="b"/>
              <a:pathLst>
                <a:path w="10906125" h="5562600">
                  <a:moveTo>
                    <a:pt x="10906125" y="0"/>
                  </a:moveTo>
                  <a:lnTo>
                    <a:pt x="0" y="0"/>
                  </a:lnTo>
                  <a:lnTo>
                    <a:pt x="0" y="5562600"/>
                  </a:lnTo>
                  <a:lnTo>
                    <a:pt x="10906125" y="5562600"/>
                  </a:lnTo>
                  <a:lnTo>
                    <a:pt x="10906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814387" y="814387"/>
              <a:ext cx="10582275" cy="5238750"/>
            </a:xfrm>
            <a:custGeom>
              <a:avLst/>
              <a:gdLst/>
              <a:ahLst/>
              <a:cxnLst/>
              <a:rect l="l" t="t" r="r" b="b"/>
              <a:pathLst>
                <a:path w="10582275" h="5238750">
                  <a:moveTo>
                    <a:pt x="0" y="5238750"/>
                  </a:moveTo>
                  <a:lnTo>
                    <a:pt x="10582275" y="5238750"/>
                  </a:lnTo>
                  <a:lnTo>
                    <a:pt x="10582275" y="0"/>
                  </a:lnTo>
                  <a:lnTo>
                    <a:pt x="0" y="0"/>
                  </a:lnTo>
                  <a:lnTo>
                    <a:pt x="0" y="5238750"/>
                  </a:lnTo>
                  <a:close/>
                </a:path>
              </a:pathLst>
            </a:custGeom>
            <a:ln w="63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85800" y="74605"/>
            <a:ext cx="1757045" cy="611195"/>
            <a:chOff x="5133975" y="638175"/>
            <a:chExt cx="1924050" cy="733425"/>
          </a:xfrm>
        </p:grpSpPr>
        <p:sp>
          <p:nvSpPr>
            <p:cNvPr id="10" name="object 10"/>
            <p:cNvSpPr/>
            <p:nvPr/>
          </p:nvSpPr>
          <p:spPr>
            <a:xfrm>
              <a:off x="5133975" y="638175"/>
              <a:ext cx="1924050" cy="733425"/>
            </a:xfrm>
            <a:custGeom>
              <a:avLst/>
              <a:gdLst/>
              <a:ahLst/>
              <a:cxnLst/>
              <a:rect l="l" t="t" r="r" b="b"/>
              <a:pathLst>
                <a:path w="1924050" h="733425">
                  <a:moveTo>
                    <a:pt x="192405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924050" y="733425"/>
                  </a:lnTo>
                  <a:lnTo>
                    <a:pt x="19240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53101" y="643000"/>
              <a:ext cx="1695450" cy="647700"/>
            </a:xfrm>
            <a:custGeom>
              <a:avLst/>
              <a:gdLst/>
              <a:ahLst/>
              <a:cxnLst/>
              <a:rect l="l" t="t" r="r" b="b"/>
              <a:pathLst>
                <a:path w="1695450" h="647700">
                  <a:moveTo>
                    <a:pt x="0" y="0"/>
                  </a:moveTo>
                  <a:lnTo>
                    <a:pt x="0" y="640079"/>
                  </a:lnTo>
                </a:path>
                <a:path w="1695450" h="647700">
                  <a:moveTo>
                    <a:pt x="1695450" y="0"/>
                  </a:moveTo>
                  <a:lnTo>
                    <a:pt x="1695450" y="640079"/>
                  </a:lnTo>
                </a:path>
                <a:path w="1695450" h="647700">
                  <a:moveTo>
                    <a:pt x="0" y="647700"/>
                  </a:moveTo>
                  <a:lnTo>
                    <a:pt x="1691640" y="6477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6">
            <a:extLst>
              <a:ext uri="{FF2B5EF4-FFF2-40B4-BE49-F238E27FC236}">
                <a16:creationId xmlns:a16="http://schemas.microsoft.com/office/drawing/2014/main" id="{BCAAFCD5-578A-0E16-7174-54AE07A66706}"/>
              </a:ext>
            </a:extLst>
          </p:cNvPr>
          <p:cNvSpPr/>
          <p:nvPr/>
        </p:nvSpPr>
        <p:spPr>
          <a:xfrm>
            <a:off x="10744200" y="593023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276225" y="0"/>
                </a:moveTo>
                <a:lnTo>
                  <a:pt x="226580" y="4450"/>
                </a:lnTo>
                <a:lnTo>
                  <a:pt x="179852" y="17281"/>
                </a:lnTo>
                <a:lnTo>
                  <a:pt x="136821" y="37713"/>
                </a:lnTo>
                <a:lnTo>
                  <a:pt x="98268" y="64965"/>
                </a:lnTo>
                <a:lnTo>
                  <a:pt x="64973" y="98257"/>
                </a:lnTo>
                <a:lnTo>
                  <a:pt x="37719" y="136810"/>
                </a:lnTo>
                <a:lnTo>
                  <a:pt x="17284" y="179842"/>
                </a:lnTo>
                <a:lnTo>
                  <a:pt x="4451" y="226573"/>
                </a:lnTo>
                <a:lnTo>
                  <a:pt x="0" y="276225"/>
                </a:lnTo>
                <a:lnTo>
                  <a:pt x="4451" y="325876"/>
                </a:lnTo>
                <a:lnTo>
                  <a:pt x="17284" y="372607"/>
                </a:lnTo>
                <a:lnTo>
                  <a:pt x="37719" y="415639"/>
                </a:lnTo>
                <a:lnTo>
                  <a:pt x="64973" y="454192"/>
                </a:lnTo>
                <a:lnTo>
                  <a:pt x="98268" y="487484"/>
                </a:lnTo>
                <a:lnTo>
                  <a:pt x="136821" y="514736"/>
                </a:lnTo>
                <a:lnTo>
                  <a:pt x="179852" y="535168"/>
                </a:lnTo>
                <a:lnTo>
                  <a:pt x="226580" y="547999"/>
                </a:lnTo>
                <a:lnTo>
                  <a:pt x="276225" y="552450"/>
                </a:lnTo>
                <a:lnTo>
                  <a:pt x="325869" y="547999"/>
                </a:lnTo>
                <a:lnTo>
                  <a:pt x="372597" y="535168"/>
                </a:lnTo>
                <a:lnTo>
                  <a:pt x="415628" y="514736"/>
                </a:lnTo>
                <a:lnTo>
                  <a:pt x="454181" y="487484"/>
                </a:lnTo>
                <a:lnTo>
                  <a:pt x="487476" y="454192"/>
                </a:lnTo>
                <a:lnTo>
                  <a:pt x="514730" y="415639"/>
                </a:lnTo>
                <a:lnTo>
                  <a:pt x="535165" y="372607"/>
                </a:lnTo>
                <a:lnTo>
                  <a:pt x="547998" y="325876"/>
                </a:lnTo>
                <a:lnTo>
                  <a:pt x="552450" y="276225"/>
                </a:lnTo>
                <a:lnTo>
                  <a:pt x="547998" y="226573"/>
                </a:lnTo>
                <a:lnTo>
                  <a:pt x="535165" y="179842"/>
                </a:lnTo>
                <a:lnTo>
                  <a:pt x="514730" y="136810"/>
                </a:lnTo>
                <a:lnTo>
                  <a:pt x="487476" y="98257"/>
                </a:lnTo>
                <a:lnTo>
                  <a:pt x="454181" y="64965"/>
                </a:lnTo>
                <a:lnTo>
                  <a:pt x="415628" y="37713"/>
                </a:lnTo>
                <a:lnTo>
                  <a:pt x="372597" y="17281"/>
                </a:lnTo>
                <a:lnTo>
                  <a:pt x="325869" y="4450"/>
                </a:lnTo>
                <a:lnTo>
                  <a:pt x="27622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5468148-6E2E-A680-125B-2715E3610E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07394" y="6206455"/>
            <a:ext cx="178434" cy="201978"/>
          </a:xfrm>
        </p:spPr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US" sz="3200" spc="-25" smtClean="0"/>
              <a:t>4</a:t>
            </a:fld>
            <a:endParaRPr lang="en-US" sz="3200" spc="-25" dirty="0"/>
          </a:p>
        </p:txBody>
      </p:sp>
      <p:sp>
        <p:nvSpPr>
          <p:cNvPr id="12" name="object 7" descr="$PPTXTitle">
            <a:extLst>
              <a:ext uri="{FF2B5EF4-FFF2-40B4-BE49-F238E27FC236}">
                <a16:creationId xmlns:a16="http://schemas.microsoft.com/office/drawing/2014/main" id="{13581FBB-68F5-2AA0-341E-267A086003B4}"/>
              </a:ext>
            </a:extLst>
          </p:cNvPr>
          <p:cNvSpPr txBox="1">
            <a:spLocks/>
          </p:cNvSpPr>
          <p:nvPr/>
        </p:nvSpPr>
        <p:spPr>
          <a:xfrm>
            <a:off x="654598" y="670595"/>
            <a:ext cx="5060950" cy="50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dirty="0"/>
              <a:t>Organization Overview</a:t>
            </a:r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C72025CD-3F68-7EBF-352D-C3F06181509C}"/>
              </a:ext>
            </a:extLst>
          </p:cNvPr>
          <p:cNvSpPr/>
          <p:nvPr/>
        </p:nvSpPr>
        <p:spPr>
          <a:xfrm>
            <a:off x="794586" y="1507521"/>
            <a:ext cx="7748097" cy="4900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7DB22F28-288A-7C8A-CF46-697896B0A3FB}"/>
              </a:ext>
            </a:extLst>
          </p:cNvPr>
          <p:cNvSpPr/>
          <p:nvPr/>
        </p:nvSpPr>
        <p:spPr>
          <a:xfrm>
            <a:off x="794586" y="1529316"/>
            <a:ext cx="7748097" cy="59767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30E9657D-49A5-0418-28AB-E11ACA1884ED}"/>
              </a:ext>
            </a:extLst>
          </p:cNvPr>
          <p:cNvSpPr/>
          <p:nvPr/>
        </p:nvSpPr>
        <p:spPr>
          <a:xfrm>
            <a:off x="1510174" y="1643083"/>
            <a:ext cx="6263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UNICORN SOFTWARE &amp; SOLUTIONS LTD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35" name="Picture 34" descr="A blue circle with red and grey stripes&#10;&#10;AI-generated content may be incorrect.">
            <a:extLst>
              <a:ext uri="{FF2B5EF4-FFF2-40B4-BE49-F238E27FC236}">
                <a16:creationId xmlns:a16="http://schemas.microsoft.com/office/drawing/2014/main" id="{940051F5-8306-4D64-F89B-67FDA9BA17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267" y="2214358"/>
            <a:ext cx="2764028" cy="3158889"/>
          </a:xfrm>
          <a:prstGeom prst="rect">
            <a:avLst/>
          </a:prstGeom>
        </p:spPr>
      </p:pic>
      <p:sp>
        <p:nvSpPr>
          <p:cNvPr id="36" name="Text 5">
            <a:extLst>
              <a:ext uri="{FF2B5EF4-FFF2-40B4-BE49-F238E27FC236}">
                <a16:creationId xmlns:a16="http://schemas.microsoft.com/office/drawing/2014/main" id="{0B4E6D1E-AE07-38C0-1CDE-15FD0B9FFA28}"/>
              </a:ext>
            </a:extLst>
          </p:cNvPr>
          <p:cNvSpPr/>
          <p:nvPr/>
        </p:nvSpPr>
        <p:spPr>
          <a:xfrm>
            <a:off x="1524000" y="2555088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03C824A4-C403-B04D-A84F-D2B82B4E1FB0}"/>
              </a:ext>
            </a:extLst>
          </p:cNvPr>
          <p:cNvSpPr/>
          <p:nvPr/>
        </p:nvSpPr>
        <p:spPr>
          <a:xfrm>
            <a:off x="3657600" y="25550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5545A30A-316D-A189-996F-6D27640163FD}"/>
              </a:ext>
            </a:extLst>
          </p:cNvPr>
          <p:cNvSpPr/>
          <p:nvPr/>
        </p:nvSpPr>
        <p:spPr>
          <a:xfrm>
            <a:off x="1524000" y="3149448"/>
            <a:ext cx="2133600" cy="4049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2C8CD048-89D0-669F-A42A-353AA251F702}"/>
              </a:ext>
            </a:extLst>
          </p:cNvPr>
          <p:cNvSpPr/>
          <p:nvPr/>
        </p:nvSpPr>
        <p:spPr>
          <a:xfrm>
            <a:off x="3657600" y="3149448"/>
            <a:ext cx="4114800" cy="328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 &amp; Consulting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997A77B2-60E3-E532-834A-08080D05E417}"/>
              </a:ext>
            </a:extLst>
          </p:cNvPr>
          <p:cNvSpPr/>
          <p:nvPr/>
        </p:nvSpPr>
        <p:spPr>
          <a:xfrm>
            <a:off x="1524000" y="3743808"/>
            <a:ext cx="2133600" cy="446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8FB80E19-5176-8960-80C6-B7BC99CD1164}"/>
              </a:ext>
            </a:extLst>
          </p:cNvPr>
          <p:cNvSpPr/>
          <p:nvPr/>
        </p:nvSpPr>
        <p:spPr>
          <a:xfrm>
            <a:off x="3657600" y="3743807"/>
            <a:ext cx="4114800" cy="393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50 Employees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825F536C-B76D-515D-B3B9-892D4A619F87}"/>
              </a:ext>
            </a:extLst>
          </p:cNvPr>
          <p:cNvSpPr/>
          <p:nvPr/>
        </p:nvSpPr>
        <p:spPr>
          <a:xfrm>
            <a:off x="1524000" y="4338168"/>
            <a:ext cx="2133600" cy="446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EE2C2245-1B07-C62A-F895-D2ACF9D0F134}"/>
              </a:ext>
            </a:extLst>
          </p:cNvPr>
          <p:cNvSpPr/>
          <p:nvPr/>
        </p:nvSpPr>
        <p:spPr>
          <a:xfrm>
            <a:off x="3657600" y="4338168"/>
            <a:ext cx="4114800" cy="328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ussbd.com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75B435F4-3B38-6AF1-D1D9-03A1667310FC}"/>
              </a:ext>
            </a:extLst>
          </p:cNvPr>
          <p:cNvSpPr/>
          <p:nvPr/>
        </p:nvSpPr>
        <p:spPr>
          <a:xfrm>
            <a:off x="1524000" y="4932528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633D077E-0C0E-0698-F042-1BD39A7A0D71}"/>
              </a:ext>
            </a:extLst>
          </p:cNvPr>
          <p:cNvSpPr/>
          <p:nvPr/>
        </p:nvSpPr>
        <p:spPr>
          <a:xfrm>
            <a:off x="3657600" y="4932528"/>
            <a:ext cx="4724400" cy="477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&amp; Khulna, Bangladesh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467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5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581025" y="580961"/>
            <a:chExt cx="11034776" cy="5691251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580961"/>
              <a:ext cx="11034776" cy="56912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700" y="647699"/>
              <a:ext cx="10906125" cy="5562600"/>
            </a:xfrm>
            <a:custGeom>
              <a:avLst/>
              <a:gdLst/>
              <a:ahLst/>
              <a:cxnLst/>
              <a:rect l="l" t="t" r="r" b="b"/>
              <a:pathLst>
                <a:path w="10906125" h="5562600">
                  <a:moveTo>
                    <a:pt x="10906125" y="0"/>
                  </a:moveTo>
                  <a:lnTo>
                    <a:pt x="0" y="0"/>
                  </a:lnTo>
                  <a:lnTo>
                    <a:pt x="0" y="5562600"/>
                  </a:lnTo>
                  <a:lnTo>
                    <a:pt x="10906125" y="5562600"/>
                  </a:lnTo>
                  <a:lnTo>
                    <a:pt x="10906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814387" y="814387"/>
              <a:ext cx="10582275" cy="5238750"/>
            </a:xfrm>
            <a:custGeom>
              <a:avLst/>
              <a:gdLst/>
              <a:ahLst/>
              <a:cxnLst/>
              <a:rect l="l" t="t" r="r" b="b"/>
              <a:pathLst>
                <a:path w="10582275" h="5238750">
                  <a:moveTo>
                    <a:pt x="0" y="5238750"/>
                  </a:moveTo>
                  <a:lnTo>
                    <a:pt x="10582275" y="5238750"/>
                  </a:lnTo>
                  <a:lnTo>
                    <a:pt x="10582275" y="0"/>
                  </a:lnTo>
                  <a:lnTo>
                    <a:pt x="0" y="0"/>
                  </a:lnTo>
                  <a:lnTo>
                    <a:pt x="0" y="5238750"/>
                  </a:lnTo>
                  <a:close/>
                </a:path>
              </a:pathLst>
            </a:custGeom>
            <a:ln w="63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85800" y="74605"/>
            <a:ext cx="1757045" cy="611195"/>
            <a:chOff x="5133975" y="638175"/>
            <a:chExt cx="1924050" cy="733425"/>
          </a:xfrm>
        </p:grpSpPr>
        <p:sp>
          <p:nvSpPr>
            <p:cNvPr id="10" name="object 10"/>
            <p:cNvSpPr/>
            <p:nvPr/>
          </p:nvSpPr>
          <p:spPr>
            <a:xfrm>
              <a:off x="5133975" y="638175"/>
              <a:ext cx="1924050" cy="733425"/>
            </a:xfrm>
            <a:custGeom>
              <a:avLst/>
              <a:gdLst/>
              <a:ahLst/>
              <a:cxnLst/>
              <a:rect l="l" t="t" r="r" b="b"/>
              <a:pathLst>
                <a:path w="1924050" h="733425">
                  <a:moveTo>
                    <a:pt x="192405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924050" y="733425"/>
                  </a:lnTo>
                  <a:lnTo>
                    <a:pt x="19240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53101" y="643000"/>
              <a:ext cx="1695450" cy="647700"/>
            </a:xfrm>
            <a:custGeom>
              <a:avLst/>
              <a:gdLst/>
              <a:ahLst/>
              <a:cxnLst/>
              <a:rect l="l" t="t" r="r" b="b"/>
              <a:pathLst>
                <a:path w="1695450" h="647700">
                  <a:moveTo>
                    <a:pt x="0" y="0"/>
                  </a:moveTo>
                  <a:lnTo>
                    <a:pt x="0" y="640079"/>
                  </a:lnTo>
                </a:path>
                <a:path w="1695450" h="647700">
                  <a:moveTo>
                    <a:pt x="1695450" y="0"/>
                  </a:moveTo>
                  <a:lnTo>
                    <a:pt x="1695450" y="640079"/>
                  </a:lnTo>
                </a:path>
                <a:path w="1695450" h="647700">
                  <a:moveTo>
                    <a:pt x="0" y="647700"/>
                  </a:moveTo>
                  <a:lnTo>
                    <a:pt x="1691640" y="6477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6">
            <a:extLst>
              <a:ext uri="{FF2B5EF4-FFF2-40B4-BE49-F238E27FC236}">
                <a16:creationId xmlns:a16="http://schemas.microsoft.com/office/drawing/2014/main" id="{BCAAFCD5-578A-0E16-7174-54AE07A66706}"/>
              </a:ext>
            </a:extLst>
          </p:cNvPr>
          <p:cNvSpPr/>
          <p:nvPr/>
        </p:nvSpPr>
        <p:spPr>
          <a:xfrm>
            <a:off x="10744200" y="593023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276225" y="0"/>
                </a:moveTo>
                <a:lnTo>
                  <a:pt x="226580" y="4450"/>
                </a:lnTo>
                <a:lnTo>
                  <a:pt x="179852" y="17281"/>
                </a:lnTo>
                <a:lnTo>
                  <a:pt x="136821" y="37713"/>
                </a:lnTo>
                <a:lnTo>
                  <a:pt x="98268" y="64965"/>
                </a:lnTo>
                <a:lnTo>
                  <a:pt x="64973" y="98257"/>
                </a:lnTo>
                <a:lnTo>
                  <a:pt x="37719" y="136810"/>
                </a:lnTo>
                <a:lnTo>
                  <a:pt x="17284" y="179842"/>
                </a:lnTo>
                <a:lnTo>
                  <a:pt x="4451" y="226573"/>
                </a:lnTo>
                <a:lnTo>
                  <a:pt x="0" y="276225"/>
                </a:lnTo>
                <a:lnTo>
                  <a:pt x="4451" y="325876"/>
                </a:lnTo>
                <a:lnTo>
                  <a:pt x="17284" y="372607"/>
                </a:lnTo>
                <a:lnTo>
                  <a:pt x="37719" y="415639"/>
                </a:lnTo>
                <a:lnTo>
                  <a:pt x="64973" y="454192"/>
                </a:lnTo>
                <a:lnTo>
                  <a:pt x="98268" y="487484"/>
                </a:lnTo>
                <a:lnTo>
                  <a:pt x="136821" y="514736"/>
                </a:lnTo>
                <a:lnTo>
                  <a:pt x="179852" y="535168"/>
                </a:lnTo>
                <a:lnTo>
                  <a:pt x="226580" y="547999"/>
                </a:lnTo>
                <a:lnTo>
                  <a:pt x="276225" y="552450"/>
                </a:lnTo>
                <a:lnTo>
                  <a:pt x="325869" y="547999"/>
                </a:lnTo>
                <a:lnTo>
                  <a:pt x="372597" y="535168"/>
                </a:lnTo>
                <a:lnTo>
                  <a:pt x="415628" y="514736"/>
                </a:lnTo>
                <a:lnTo>
                  <a:pt x="454181" y="487484"/>
                </a:lnTo>
                <a:lnTo>
                  <a:pt x="487476" y="454192"/>
                </a:lnTo>
                <a:lnTo>
                  <a:pt x="514730" y="415639"/>
                </a:lnTo>
                <a:lnTo>
                  <a:pt x="535165" y="372607"/>
                </a:lnTo>
                <a:lnTo>
                  <a:pt x="547998" y="325876"/>
                </a:lnTo>
                <a:lnTo>
                  <a:pt x="552450" y="276225"/>
                </a:lnTo>
                <a:lnTo>
                  <a:pt x="547998" y="226573"/>
                </a:lnTo>
                <a:lnTo>
                  <a:pt x="535165" y="179842"/>
                </a:lnTo>
                <a:lnTo>
                  <a:pt x="514730" y="136810"/>
                </a:lnTo>
                <a:lnTo>
                  <a:pt x="487476" y="98257"/>
                </a:lnTo>
                <a:lnTo>
                  <a:pt x="454181" y="64965"/>
                </a:lnTo>
                <a:lnTo>
                  <a:pt x="415628" y="37713"/>
                </a:lnTo>
                <a:lnTo>
                  <a:pt x="372597" y="17281"/>
                </a:lnTo>
                <a:lnTo>
                  <a:pt x="325869" y="4450"/>
                </a:lnTo>
                <a:lnTo>
                  <a:pt x="27622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5468148-6E2E-A680-125B-2715E3610E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07394" y="6206455"/>
            <a:ext cx="178434" cy="201978"/>
          </a:xfrm>
        </p:spPr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US" sz="3200" spc="-25" smtClean="0"/>
              <a:t>5</a:t>
            </a:fld>
            <a:endParaRPr lang="en-US" sz="3200" spc="-25" dirty="0"/>
          </a:p>
        </p:txBody>
      </p:sp>
      <p:sp>
        <p:nvSpPr>
          <p:cNvPr id="12" name="object 7" descr="$PPTXTitle">
            <a:extLst>
              <a:ext uri="{FF2B5EF4-FFF2-40B4-BE49-F238E27FC236}">
                <a16:creationId xmlns:a16="http://schemas.microsoft.com/office/drawing/2014/main" id="{13581FBB-68F5-2AA0-341E-267A086003B4}"/>
              </a:ext>
            </a:extLst>
          </p:cNvPr>
          <p:cNvSpPr txBox="1">
            <a:spLocks/>
          </p:cNvSpPr>
          <p:nvPr/>
        </p:nvSpPr>
        <p:spPr>
          <a:xfrm>
            <a:off x="685800" y="838293"/>
            <a:ext cx="506095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sz="2800" dirty="0"/>
              <a:t>Services</a:t>
            </a:r>
            <a:endParaRPr lang="en-US" sz="6800" dirty="0"/>
          </a:p>
        </p:txBody>
      </p:sp>
      <p:sp>
        <p:nvSpPr>
          <p:cNvPr id="7" name="Shape 15">
            <a:extLst>
              <a:ext uri="{FF2B5EF4-FFF2-40B4-BE49-F238E27FC236}">
                <a16:creationId xmlns:a16="http://schemas.microsoft.com/office/drawing/2014/main" id="{2E4D144C-0EFB-655B-3473-5990E99EDA80}"/>
              </a:ext>
            </a:extLst>
          </p:cNvPr>
          <p:cNvSpPr/>
          <p:nvPr/>
        </p:nvSpPr>
        <p:spPr>
          <a:xfrm>
            <a:off x="3947160" y="1676400"/>
            <a:ext cx="3566160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09AA5196-B035-69FA-E691-F63AE820AC96}"/>
              </a:ext>
            </a:extLst>
          </p:cNvPr>
          <p:cNvSpPr/>
          <p:nvPr/>
        </p:nvSpPr>
        <p:spPr>
          <a:xfrm>
            <a:off x="4038600" y="167640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of USSBD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DC89259A-0295-7731-7C19-6F86AF7ECD0D}"/>
              </a:ext>
            </a:extLst>
          </p:cNvPr>
          <p:cNvSpPr/>
          <p:nvPr/>
        </p:nvSpPr>
        <p:spPr>
          <a:xfrm>
            <a:off x="3947160" y="2465832"/>
            <a:ext cx="164592" cy="164592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BC695535-7271-ECAF-F8C9-CF633E24F89B}"/>
              </a:ext>
            </a:extLst>
          </p:cNvPr>
          <p:cNvSpPr/>
          <p:nvPr/>
        </p:nvSpPr>
        <p:spPr>
          <a:xfrm>
            <a:off x="4203192" y="2392679"/>
            <a:ext cx="5779008" cy="407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Software Development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7" name="Shape 19">
            <a:extLst>
              <a:ext uri="{FF2B5EF4-FFF2-40B4-BE49-F238E27FC236}">
                <a16:creationId xmlns:a16="http://schemas.microsoft.com/office/drawing/2014/main" id="{8B261D01-25B9-69EB-7C26-5DB7BAE81D91}"/>
              </a:ext>
            </a:extLst>
          </p:cNvPr>
          <p:cNvSpPr/>
          <p:nvPr/>
        </p:nvSpPr>
        <p:spPr>
          <a:xfrm>
            <a:off x="3947160" y="2996184"/>
            <a:ext cx="164592" cy="164592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ACBB881D-D599-ED86-AEEB-18A3B665D852}"/>
              </a:ext>
            </a:extLst>
          </p:cNvPr>
          <p:cNvSpPr/>
          <p:nvPr/>
        </p:nvSpPr>
        <p:spPr>
          <a:xfrm>
            <a:off x="4203192" y="2923032"/>
            <a:ext cx="5245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093CAF87-5E47-112A-20C8-FCD93404FDE5}"/>
              </a:ext>
            </a:extLst>
          </p:cNvPr>
          <p:cNvSpPr/>
          <p:nvPr/>
        </p:nvSpPr>
        <p:spPr>
          <a:xfrm>
            <a:off x="3947160" y="3526536"/>
            <a:ext cx="164592" cy="164592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CE1E40F4-C181-8B13-22B8-60E508AA0838}"/>
              </a:ext>
            </a:extLst>
          </p:cNvPr>
          <p:cNvSpPr/>
          <p:nvPr/>
        </p:nvSpPr>
        <p:spPr>
          <a:xfrm>
            <a:off x="4203192" y="3453384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Desktop App Development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30D92AF1-A2D6-4FCF-70BA-E22C5D0C2A22}"/>
              </a:ext>
            </a:extLst>
          </p:cNvPr>
          <p:cNvSpPr/>
          <p:nvPr/>
        </p:nvSpPr>
        <p:spPr>
          <a:xfrm>
            <a:off x="3947160" y="4056888"/>
            <a:ext cx="164592" cy="164592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71F7739A-3AC5-9DEB-8963-35F758FED54C}"/>
              </a:ext>
            </a:extLst>
          </p:cNvPr>
          <p:cNvSpPr/>
          <p:nvPr/>
        </p:nvSpPr>
        <p:spPr>
          <a:xfrm>
            <a:off x="4203192" y="398373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4" name="Shape 25">
            <a:extLst>
              <a:ext uri="{FF2B5EF4-FFF2-40B4-BE49-F238E27FC236}">
                <a16:creationId xmlns:a16="http://schemas.microsoft.com/office/drawing/2014/main" id="{EEBCF457-A443-6F74-45B8-6BD3C262EA63}"/>
              </a:ext>
            </a:extLst>
          </p:cNvPr>
          <p:cNvSpPr/>
          <p:nvPr/>
        </p:nvSpPr>
        <p:spPr>
          <a:xfrm>
            <a:off x="3947160" y="4587240"/>
            <a:ext cx="164592" cy="164592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1BEE4920-5D7B-5524-6057-AFC04C33C1C9}"/>
              </a:ext>
            </a:extLst>
          </p:cNvPr>
          <p:cNvSpPr/>
          <p:nvPr/>
        </p:nvSpPr>
        <p:spPr>
          <a:xfrm>
            <a:off x="4203192" y="45140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BE0E2D69-AFA0-645F-A899-8B908AC62972}"/>
              </a:ext>
            </a:extLst>
          </p:cNvPr>
          <p:cNvSpPr/>
          <p:nvPr/>
        </p:nvSpPr>
        <p:spPr>
          <a:xfrm>
            <a:off x="3947160" y="5117592"/>
            <a:ext cx="164592" cy="164592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0970E410-5398-C3F1-BC34-E953D1A3E531}"/>
              </a:ext>
            </a:extLst>
          </p:cNvPr>
          <p:cNvSpPr/>
          <p:nvPr/>
        </p:nvSpPr>
        <p:spPr>
          <a:xfrm>
            <a:off x="4203192" y="504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041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5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581025" y="580961"/>
            <a:chExt cx="11034776" cy="569125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5" y="580961"/>
              <a:ext cx="11034776" cy="56912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700" y="647699"/>
              <a:ext cx="10906125" cy="5562600"/>
            </a:xfrm>
            <a:custGeom>
              <a:avLst/>
              <a:gdLst/>
              <a:ahLst/>
              <a:cxnLst/>
              <a:rect l="l" t="t" r="r" b="b"/>
              <a:pathLst>
                <a:path w="10906125" h="5562600">
                  <a:moveTo>
                    <a:pt x="10906125" y="0"/>
                  </a:moveTo>
                  <a:lnTo>
                    <a:pt x="0" y="0"/>
                  </a:lnTo>
                  <a:lnTo>
                    <a:pt x="0" y="5562600"/>
                  </a:lnTo>
                  <a:lnTo>
                    <a:pt x="10906125" y="5562600"/>
                  </a:lnTo>
                  <a:lnTo>
                    <a:pt x="10906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814387" y="814387"/>
              <a:ext cx="10582275" cy="5238750"/>
            </a:xfrm>
            <a:custGeom>
              <a:avLst/>
              <a:gdLst/>
              <a:ahLst/>
              <a:cxnLst/>
              <a:rect l="l" t="t" r="r" b="b"/>
              <a:pathLst>
                <a:path w="10582275" h="5238750">
                  <a:moveTo>
                    <a:pt x="0" y="5238750"/>
                  </a:moveTo>
                  <a:lnTo>
                    <a:pt x="10582275" y="5238750"/>
                  </a:lnTo>
                  <a:lnTo>
                    <a:pt x="10582275" y="0"/>
                  </a:lnTo>
                  <a:lnTo>
                    <a:pt x="0" y="0"/>
                  </a:lnTo>
                  <a:lnTo>
                    <a:pt x="0" y="5238750"/>
                  </a:lnTo>
                  <a:close/>
                </a:path>
              </a:pathLst>
            </a:custGeom>
            <a:ln w="63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85800" y="74605"/>
            <a:ext cx="1757045" cy="611195"/>
            <a:chOff x="5133975" y="638175"/>
            <a:chExt cx="1924050" cy="733425"/>
          </a:xfrm>
        </p:grpSpPr>
        <p:sp>
          <p:nvSpPr>
            <p:cNvPr id="10" name="object 10"/>
            <p:cNvSpPr/>
            <p:nvPr/>
          </p:nvSpPr>
          <p:spPr>
            <a:xfrm>
              <a:off x="5133975" y="638175"/>
              <a:ext cx="1924050" cy="733425"/>
            </a:xfrm>
            <a:custGeom>
              <a:avLst/>
              <a:gdLst/>
              <a:ahLst/>
              <a:cxnLst/>
              <a:rect l="l" t="t" r="r" b="b"/>
              <a:pathLst>
                <a:path w="1924050" h="733425">
                  <a:moveTo>
                    <a:pt x="192405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924050" y="733425"/>
                  </a:lnTo>
                  <a:lnTo>
                    <a:pt x="19240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53101" y="643000"/>
              <a:ext cx="1695450" cy="647700"/>
            </a:xfrm>
            <a:custGeom>
              <a:avLst/>
              <a:gdLst/>
              <a:ahLst/>
              <a:cxnLst/>
              <a:rect l="l" t="t" r="r" b="b"/>
              <a:pathLst>
                <a:path w="1695450" h="647700">
                  <a:moveTo>
                    <a:pt x="0" y="0"/>
                  </a:moveTo>
                  <a:lnTo>
                    <a:pt x="0" y="640079"/>
                  </a:lnTo>
                </a:path>
                <a:path w="1695450" h="647700">
                  <a:moveTo>
                    <a:pt x="1695450" y="0"/>
                  </a:moveTo>
                  <a:lnTo>
                    <a:pt x="1695450" y="640079"/>
                  </a:lnTo>
                </a:path>
                <a:path w="1695450" h="647700">
                  <a:moveTo>
                    <a:pt x="0" y="647700"/>
                  </a:moveTo>
                  <a:lnTo>
                    <a:pt x="1691640" y="6477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6">
            <a:extLst>
              <a:ext uri="{FF2B5EF4-FFF2-40B4-BE49-F238E27FC236}">
                <a16:creationId xmlns:a16="http://schemas.microsoft.com/office/drawing/2014/main" id="{BCAAFCD5-578A-0E16-7174-54AE07A66706}"/>
              </a:ext>
            </a:extLst>
          </p:cNvPr>
          <p:cNvSpPr/>
          <p:nvPr/>
        </p:nvSpPr>
        <p:spPr>
          <a:xfrm>
            <a:off x="10744200" y="593023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276225" y="0"/>
                </a:moveTo>
                <a:lnTo>
                  <a:pt x="226580" y="4450"/>
                </a:lnTo>
                <a:lnTo>
                  <a:pt x="179852" y="17281"/>
                </a:lnTo>
                <a:lnTo>
                  <a:pt x="136821" y="37713"/>
                </a:lnTo>
                <a:lnTo>
                  <a:pt x="98268" y="64965"/>
                </a:lnTo>
                <a:lnTo>
                  <a:pt x="64973" y="98257"/>
                </a:lnTo>
                <a:lnTo>
                  <a:pt x="37719" y="136810"/>
                </a:lnTo>
                <a:lnTo>
                  <a:pt x="17284" y="179842"/>
                </a:lnTo>
                <a:lnTo>
                  <a:pt x="4451" y="226573"/>
                </a:lnTo>
                <a:lnTo>
                  <a:pt x="0" y="276225"/>
                </a:lnTo>
                <a:lnTo>
                  <a:pt x="4451" y="325876"/>
                </a:lnTo>
                <a:lnTo>
                  <a:pt x="17284" y="372607"/>
                </a:lnTo>
                <a:lnTo>
                  <a:pt x="37719" y="415639"/>
                </a:lnTo>
                <a:lnTo>
                  <a:pt x="64973" y="454192"/>
                </a:lnTo>
                <a:lnTo>
                  <a:pt x="98268" y="487484"/>
                </a:lnTo>
                <a:lnTo>
                  <a:pt x="136821" y="514736"/>
                </a:lnTo>
                <a:lnTo>
                  <a:pt x="179852" y="535168"/>
                </a:lnTo>
                <a:lnTo>
                  <a:pt x="226580" y="547999"/>
                </a:lnTo>
                <a:lnTo>
                  <a:pt x="276225" y="552450"/>
                </a:lnTo>
                <a:lnTo>
                  <a:pt x="325869" y="547999"/>
                </a:lnTo>
                <a:lnTo>
                  <a:pt x="372597" y="535168"/>
                </a:lnTo>
                <a:lnTo>
                  <a:pt x="415628" y="514736"/>
                </a:lnTo>
                <a:lnTo>
                  <a:pt x="454181" y="487484"/>
                </a:lnTo>
                <a:lnTo>
                  <a:pt x="487476" y="454192"/>
                </a:lnTo>
                <a:lnTo>
                  <a:pt x="514730" y="415639"/>
                </a:lnTo>
                <a:lnTo>
                  <a:pt x="535165" y="372607"/>
                </a:lnTo>
                <a:lnTo>
                  <a:pt x="547998" y="325876"/>
                </a:lnTo>
                <a:lnTo>
                  <a:pt x="552450" y="276225"/>
                </a:lnTo>
                <a:lnTo>
                  <a:pt x="547998" y="226573"/>
                </a:lnTo>
                <a:lnTo>
                  <a:pt x="535165" y="179842"/>
                </a:lnTo>
                <a:lnTo>
                  <a:pt x="514730" y="136810"/>
                </a:lnTo>
                <a:lnTo>
                  <a:pt x="487476" y="98257"/>
                </a:lnTo>
                <a:lnTo>
                  <a:pt x="454181" y="64965"/>
                </a:lnTo>
                <a:lnTo>
                  <a:pt x="415628" y="37713"/>
                </a:lnTo>
                <a:lnTo>
                  <a:pt x="372597" y="17281"/>
                </a:lnTo>
                <a:lnTo>
                  <a:pt x="325869" y="4450"/>
                </a:lnTo>
                <a:lnTo>
                  <a:pt x="27622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5468148-6E2E-A680-125B-2715E3610E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07394" y="6206455"/>
            <a:ext cx="178434" cy="201978"/>
          </a:xfrm>
        </p:spPr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US" sz="3200" spc="-25" smtClean="0"/>
              <a:t>6</a:t>
            </a:fld>
            <a:endParaRPr lang="en-US" sz="3200" spc="-25" dirty="0"/>
          </a:p>
        </p:txBody>
      </p:sp>
      <p:sp>
        <p:nvSpPr>
          <p:cNvPr id="12" name="object 7" descr="$PPTXTitle">
            <a:extLst>
              <a:ext uri="{FF2B5EF4-FFF2-40B4-BE49-F238E27FC236}">
                <a16:creationId xmlns:a16="http://schemas.microsoft.com/office/drawing/2014/main" id="{13581FBB-68F5-2AA0-341E-267A086003B4}"/>
              </a:ext>
            </a:extLst>
          </p:cNvPr>
          <p:cNvSpPr txBox="1">
            <a:spLocks/>
          </p:cNvSpPr>
          <p:nvPr/>
        </p:nvSpPr>
        <p:spPr>
          <a:xfrm>
            <a:off x="685800" y="838293"/>
            <a:ext cx="506095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sz="2800" dirty="0"/>
              <a:t>Internship Sites</a:t>
            </a:r>
            <a:endParaRPr lang="en-US" sz="6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CB608-248B-05F3-CC8F-152C5E5CBA89}"/>
              </a:ext>
            </a:extLst>
          </p:cNvPr>
          <p:cNvSpPr txBox="1"/>
          <p:nvPr/>
        </p:nvSpPr>
        <p:spPr>
          <a:xfrm>
            <a:off x="685801" y="1487354"/>
            <a:ext cx="7467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organization operates from two primary office locations:</a:t>
            </a:r>
          </a:p>
          <a:p>
            <a:endParaRPr lang="en-US" sz="2000" dirty="0"/>
          </a:p>
          <a:p>
            <a:r>
              <a:rPr lang="en-US" sz="2000" b="1" dirty="0"/>
              <a:t>❖ Dhaka Office (Sector 11):</a:t>
            </a:r>
            <a:r>
              <a:rPr lang="en-US" sz="2000" dirty="0"/>
              <a:t> 32, Flat-A3 (3rd Floor), Gareeb-e-</a:t>
            </a:r>
            <a:r>
              <a:rPr lang="en-US" sz="2000" dirty="0" err="1"/>
              <a:t>Newaz</a:t>
            </a:r>
            <a:r>
              <a:rPr lang="en-US" sz="2000" dirty="0"/>
              <a:t> Road, Sector-11, Uttara </a:t>
            </a:r>
          </a:p>
          <a:p>
            <a:r>
              <a:rPr lang="en-US" sz="2000" b="1" dirty="0"/>
              <a:t>❖ Khulna Office:</a:t>
            </a:r>
            <a:r>
              <a:rPr lang="en-US" sz="2000" dirty="0"/>
              <a:t> 1st Floor, House# 474, Road# 24, </a:t>
            </a:r>
            <a:r>
              <a:rPr lang="en-US" sz="2000" dirty="0" err="1"/>
              <a:t>Nirala</a:t>
            </a:r>
            <a:r>
              <a:rPr lang="en-US" sz="2000" dirty="0"/>
              <a:t> Residential Area, Khulna </a:t>
            </a:r>
          </a:p>
          <a:p>
            <a:endParaRPr lang="en-US" sz="2000" dirty="0"/>
          </a:p>
          <a:p>
            <a:r>
              <a:rPr lang="en-US" sz="2000" dirty="0"/>
              <a:t>The internship activities were </a:t>
            </a:r>
            <a:r>
              <a:rPr lang="en-US" sz="2000" b="1" dirty="0"/>
              <a:t>officially conducted under the supervision of the assigned mentor(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Md. Harun Or Rashid — Senior Software Developer</a:t>
            </a:r>
            <a:r>
              <a:rPr lang="en-US" sz="2000" b="1" dirty="0"/>
              <a:t>) at the Khulna branch</a:t>
            </a:r>
            <a:r>
              <a:rPr lang="en-US" sz="2000" dirty="0"/>
              <a:t>, where all project-related tasks, guidance, and evaluations were carried out.</a:t>
            </a:r>
          </a:p>
        </p:txBody>
      </p:sp>
      <p:pic>
        <p:nvPicPr>
          <p:cNvPr id="16" name="Picture 1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DBEE773-5526-62CA-55E1-AEC7C26CC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552" y="618383"/>
            <a:ext cx="4876190" cy="4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69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5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581025" y="580961"/>
            <a:chExt cx="11034776" cy="569125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5" y="580961"/>
              <a:ext cx="11034776" cy="56912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700" y="647699"/>
              <a:ext cx="10906125" cy="5562600"/>
            </a:xfrm>
            <a:custGeom>
              <a:avLst/>
              <a:gdLst/>
              <a:ahLst/>
              <a:cxnLst/>
              <a:rect l="l" t="t" r="r" b="b"/>
              <a:pathLst>
                <a:path w="10906125" h="5562600">
                  <a:moveTo>
                    <a:pt x="10906125" y="0"/>
                  </a:moveTo>
                  <a:lnTo>
                    <a:pt x="0" y="0"/>
                  </a:lnTo>
                  <a:lnTo>
                    <a:pt x="0" y="5562600"/>
                  </a:lnTo>
                  <a:lnTo>
                    <a:pt x="10906125" y="5562600"/>
                  </a:lnTo>
                  <a:lnTo>
                    <a:pt x="10906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814387" y="814387"/>
              <a:ext cx="10582275" cy="5238750"/>
            </a:xfrm>
            <a:custGeom>
              <a:avLst/>
              <a:gdLst/>
              <a:ahLst/>
              <a:cxnLst/>
              <a:rect l="l" t="t" r="r" b="b"/>
              <a:pathLst>
                <a:path w="10582275" h="5238750">
                  <a:moveTo>
                    <a:pt x="0" y="5238750"/>
                  </a:moveTo>
                  <a:lnTo>
                    <a:pt x="10582275" y="5238750"/>
                  </a:lnTo>
                  <a:lnTo>
                    <a:pt x="10582275" y="0"/>
                  </a:lnTo>
                  <a:lnTo>
                    <a:pt x="0" y="0"/>
                  </a:lnTo>
                  <a:lnTo>
                    <a:pt x="0" y="5238750"/>
                  </a:lnTo>
                  <a:close/>
                </a:path>
              </a:pathLst>
            </a:custGeom>
            <a:ln w="63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85800" y="74605"/>
            <a:ext cx="1757045" cy="611195"/>
            <a:chOff x="5133975" y="638175"/>
            <a:chExt cx="1924050" cy="733425"/>
          </a:xfrm>
        </p:grpSpPr>
        <p:sp>
          <p:nvSpPr>
            <p:cNvPr id="10" name="object 10"/>
            <p:cNvSpPr/>
            <p:nvPr/>
          </p:nvSpPr>
          <p:spPr>
            <a:xfrm>
              <a:off x="5133975" y="638175"/>
              <a:ext cx="1924050" cy="733425"/>
            </a:xfrm>
            <a:custGeom>
              <a:avLst/>
              <a:gdLst/>
              <a:ahLst/>
              <a:cxnLst/>
              <a:rect l="l" t="t" r="r" b="b"/>
              <a:pathLst>
                <a:path w="1924050" h="733425">
                  <a:moveTo>
                    <a:pt x="192405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924050" y="733425"/>
                  </a:lnTo>
                  <a:lnTo>
                    <a:pt x="19240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53101" y="643000"/>
              <a:ext cx="1695450" cy="647700"/>
            </a:xfrm>
            <a:custGeom>
              <a:avLst/>
              <a:gdLst/>
              <a:ahLst/>
              <a:cxnLst/>
              <a:rect l="l" t="t" r="r" b="b"/>
              <a:pathLst>
                <a:path w="1695450" h="647700">
                  <a:moveTo>
                    <a:pt x="0" y="0"/>
                  </a:moveTo>
                  <a:lnTo>
                    <a:pt x="0" y="640079"/>
                  </a:lnTo>
                </a:path>
                <a:path w="1695450" h="647700">
                  <a:moveTo>
                    <a:pt x="1695450" y="0"/>
                  </a:moveTo>
                  <a:lnTo>
                    <a:pt x="1695450" y="640079"/>
                  </a:lnTo>
                </a:path>
                <a:path w="1695450" h="647700">
                  <a:moveTo>
                    <a:pt x="0" y="647700"/>
                  </a:moveTo>
                  <a:lnTo>
                    <a:pt x="1691640" y="6477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6">
            <a:extLst>
              <a:ext uri="{FF2B5EF4-FFF2-40B4-BE49-F238E27FC236}">
                <a16:creationId xmlns:a16="http://schemas.microsoft.com/office/drawing/2014/main" id="{BCAAFCD5-578A-0E16-7174-54AE07A66706}"/>
              </a:ext>
            </a:extLst>
          </p:cNvPr>
          <p:cNvSpPr/>
          <p:nvPr/>
        </p:nvSpPr>
        <p:spPr>
          <a:xfrm>
            <a:off x="10744200" y="593023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276225" y="0"/>
                </a:moveTo>
                <a:lnTo>
                  <a:pt x="226580" y="4450"/>
                </a:lnTo>
                <a:lnTo>
                  <a:pt x="179852" y="17281"/>
                </a:lnTo>
                <a:lnTo>
                  <a:pt x="136821" y="37713"/>
                </a:lnTo>
                <a:lnTo>
                  <a:pt x="98268" y="64965"/>
                </a:lnTo>
                <a:lnTo>
                  <a:pt x="64973" y="98257"/>
                </a:lnTo>
                <a:lnTo>
                  <a:pt x="37719" y="136810"/>
                </a:lnTo>
                <a:lnTo>
                  <a:pt x="17284" y="179842"/>
                </a:lnTo>
                <a:lnTo>
                  <a:pt x="4451" y="226573"/>
                </a:lnTo>
                <a:lnTo>
                  <a:pt x="0" y="276225"/>
                </a:lnTo>
                <a:lnTo>
                  <a:pt x="4451" y="325876"/>
                </a:lnTo>
                <a:lnTo>
                  <a:pt x="17284" y="372607"/>
                </a:lnTo>
                <a:lnTo>
                  <a:pt x="37719" y="415639"/>
                </a:lnTo>
                <a:lnTo>
                  <a:pt x="64973" y="454192"/>
                </a:lnTo>
                <a:lnTo>
                  <a:pt x="98268" y="487484"/>
                </a:lnTo>
                <a:lnTo>
                  <a:pt x="136821" y="514736"/>
                </a:lnTo>
                <a:lnTo>
                  <a:pt x="179852" y="535168"/>
                </a:lnTo>
                <a:lnTo>
                  <a:pt x="226580" y="547999"/>
                </a:lnTo>
                <a:lnTo>
                  <a:pt x="276225" y="552450"/>
                </a:lnTo>
                <a:lnTo>
                  <a:pt x="325869" y="547999"/>
                </a:lnTo>
                <a:lnTo>
                  <a:pt x="372597" y="535168"/>
                </a:lnTo>
                <a:lnTo>
                  <a:pt x="415628" y="514736"/>
                </a:lnTo>
                <a:lnTo>
                  <a:pt x="454181" y="487484"/>
                </a:lnTo>
                <a:lnTo>
                  <a:pt x="487476" y="454192"/>
                </a:lnTo>
                <a:lnTo>
                  <a:pt x="514730" y="415639"/>
                </a:lnTo>
                <a:lnTo>
                  <a:pt x="535165" y="372607"/>
                </a:lnTo>
                <a:lnTo>
                  <a:pt x="547998" y="325876"/>
                </a:lnTo>
                <a:lnTo>
                  <a:pt x="552450" y="276225"/>
                </a:lnTo>
                <a:lnTo>
                  <a:pt x="547998" y="226573"/>
                </a:lnTo>
                <a:lnTo>
                  <a:pt x="535165" y="179842"/>
                </a:lnTo>
                <a:lnTo>
                  <a:pt x="514730" y="136810"/>
                </a:lnTo>
                <a:lnTo>
                  <a:pt x="487476" y="98257"/>
                </a:lnTo>
                <a:lnTo>
                  <a:pt x="454181" y="64965"/>
                </a:lnTo>
                <a:lnTo>
                  <a:pt x="415628" y="37713"/>
                </a:lnTo>
                <a:lnTo>
                  <a:pt x="372597" y="17281"/>
                </a:lnTo>
                <a:lnTo>
                  <a:pt x="325869" y="4450"/>
                </a:lnTo>
                <a:lnTo>
                  <a:pt x="27622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5468148-6E2E-A680-125B-2715E3610E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07394" y="6206455"/>
            <a:ext cx="178434" cy="201978"/>
          </a:xfrm>
        </p:spPr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US" sz="3200" spc="-25" smtClean="0"/>
              <a:t>7</a:t>
            </a:fld>
            <a:endParaRPr lang="en-US" sz="3200" spc="-25" dirty="0"/>
          </a:p>
        </p:txBody>
      </p:sp>
      <p:sp>
        <p:nvSpPr>
          <p:cNvPr id="12" name="object 7" descr="$PPTXTitle">
            <a:extLst>
              <a:ext uri="{FF2B5EF4-FFF2-40B4-BE49-F238E27FC236}">
                <a16:creationId xmlns:a16="http://schemas.microsoft.com/office/drawing/2014/main" id="{13581FBB-68F5-2AA0-341E-267A086003B4}"/>
              </a:ext>
            </a:extLst>
          </p:cNvPr>
          <p:cNvSpPr txBox="1">
            <a:spLocks/>
          </p:cNvSpPr>
          <p:nvPr/>
        </p:nvSpPr>
        <p:spPr>
          <a:xfrm>
            <a:off x="685800" y="838293"/>
            <a:ext cx="506095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sz="2800" dirty="0"/>
              <a:t>Tools &amp; Technologies used</a:t>
            </a:r>
            <a:endParaRPr lang="en-US" sz="6800" dirty="0"/>
          </a:p>
        </p:txBody>
      </p:sp>
      <p:sp>
        <p:nvSpPr>
          <p:cNvPr id="59" name="Shape 2">
            <a:extLst>
              <a:ext uri="{FF2B5EF4-FFF2-40B4-BE49-F238E27FC236}">
                <a16:creationId xmlns:a16="http://schemas.microsoft.com/office/drawing/2014/main" id="{8A70FFB1-D168-5F23-A7B3-786C5873E8E0}"/>
              </a:ext>
            </a:extLst>
          </p:cNvPr>
          <p:cNvSpPr/>
          <p:nvPr/>
        </p:nvSpPr>
        <p:spPr>
          <a:xfrm>
            <a:off x="685800" y="1643990"/>
            <a:ext cx="4206240" cy="43891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C33E67CB-CB08-CD5A-4908-6DC065D6A035}"/>
              </a:ext>
            </a:extLst>
          </p:cNvPr>
          <p:cNvSpPr/>
          <p:nvPr/>
        </p:nvSpPr>
        <p:spPr>
          <a:xfrm>
            <a:off x="813636" y="169849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2418FE10-4800-4273-3487-8468598A95C8}"/>
              </a:ext>
            </a:extLst>
          </p:cNvPr>
          <p:cNvSpPr/>
          <p:nvPr/>
        </p:nvSpPr>
        <p:spPr>
          <a:xfrm>
            <a:off x="716280" y="2325624"/>
            <a:ext cx="109728" cy="10972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69DA430D-8FA2-474F-A343-A2225F5F1D3E}"/>
              </a:ext>
            </a:extLst>
          </p:cNvPr>
          <p:cNvSpPr/>
          <p:nvPr/>
        </p:nvSpPr>
        <p:spPr>
          <a:xfrm>
            <a:off x="899160" y="22341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3" name="Shape 6">
            <a:extLst>
              <a:ext uri="{FF2B5EF4-FFF2-40B4-BE49-F238E27FC236}">
                <a16:creationId xmlns:a16="http://schemas.microsoft.com/office/drawing/2014/main" id="{B7D344E7-48F6-CEAF-8638-403CB2AE2EBD}"/>
              </a:ext>
            </a:extLst>
          </p:cNvPr>
          <p:cNvSpPr/>
          <p:nvPr/>
        </p:nvSpPr>
        <p:spPr>
          <a:xfrm>
            <a:off x="716280" y="2673096"/>
            <a:ext cx="109728" cy="10972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Text 7">
            <a:extLst>
              <a:ext uri="{FF2B5EF4-FFF2-40B4-BE49-F238E27FC236}">
                <a16:creationId xmlns:a16="http://schemas.microsoft.com/office/drawing/2014/main" id="{5625B589-B30C-D0B9-CF27-24C39232576E}"/>
              </a:ext>
            </a:extLst>
          </p:cNvPr>
          <p:cNvSpPr/>
          <p:nvPr/>
        </p:nvSpPr>
        <p:spPr>
          <a:xfrm>
            <a:off x="899160" y="25816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5" name="Shape 8">
            <a:extLst>
              <a:ext uri="{FF2B5EF4-FFF2-40B4-BE49-F238E27FC236}">
                <a16:creationId xmlns:a16="http://schemas.microsoft.com/office/drawing/2014/main" id="{50E26C46-CB70-048A-7F7E-5E34B7F42FDE}"/>
              </a:ext>
            </a:extLst>
          </p:cNvPr>
          <p:cNvSpPr/>
          <p:nvPr/>
        </p:nvSpPr>
        <p:spPr>
          <a:xfrm>
            <a:off x="716280" y="3020568"/>
            <a:ext cx="109728" cy="10972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Text 9">
            <a:extLst>
              <a:ext uri="{FF2B5EF4-FFF2-40B4-BE49-F238E27FC236}">
                <a16:creationId xmlns:a16="http://schemas.microsoft.com/office/drawing/2014/main" id="{F2EE35F7-8ACF-811C-47F2-A0E2FF642A24}"/>
              </a:ext>
            </a:extLst>
          </p:cNvPr>
          <p:cNvSpPr/>
          <p:nvPr/>
        </p:nvSpPr>
        <p:spPr>
          <a:xfrm>
            <a:off x="899160" y="2929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7" name="Shape 10">
            <a:extLst>
              <a:ext uri="{FF2B5EF4-FFF2-40B4-BE49-F238E27FC236}">
                <a16:creationId xmlns:a16="http://schemas.microsoft.com/office/drawing/2014/main" id="{21BECEED-B21D-2C72-1E10-D6B541F18073}"/>
              </a:ext>
            </a:extLst>
          </p:cNvPr>
          <p:cNvSpPr/>
          <p:nvPr/>
        </p:nvSpPr>
        <p:spPr>
          <a:xfrm>
            <a:off x="716280" y="3368040"/>
            <a:ext cx="109728" cy="10972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C29BD6BD-9EEA-1E80-1F4F-027E4B51C2D6}"/>
              </a:ext>
            </a:extLst>
          </p:cNvPr>
          <p:cNvSpPr/>
          <p:nvPr/>
        </p:nvSpPr>
        <p:spPr>
          <a:xfrm>
            <a:off x="899160" y="3276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9" name="Shape 12">
            <a:extLst>
              <a:ext uri="{FF2B5EF4-FFF2-40B4-BE49-F238E27FC236}">
                <a16:creationId xmlns:a16="http://schemas.microsoft.com/office/drawing/2014/main" id="{917350F9-B6FA-C6ED-C578-2057B87FC88F}"/>
              </a:ext>
            </a:extLst>
          </p:cNvPr>
          <p:cNvSpPr/>
          <p:nvPr/>
        </p:nvSpPr>
        <p:spPr>
          <a:xfrm>
            <a:off x="5684520" y="1641683"/>
            <a:ext cx="4206240" cy="43891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0" name="Text 13">
            <a:extLst>
              <a:ext uri="{FF2B5EF4-FFF2-40B4-BE49-F238E27FC236}">
                <a16:creationId xmlns:a16="http://schemas.microsoft.com/office/drawing/2014/main" id="{6D74EAC8-F72B-87EA-E38C-5E5CAE768549}"/>
              </a:ext>
            </a:extLst>
          </p:cNvPr>
          <p:cNvSpPr/>
          <p:nvPr/>
        </p:nvSpPr>
        <p:spPr>
          <a:xfrm>
            <a:off x="5867400" y="171554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AI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1" name="Shape 14">
            <a:extLst>
              <a:ext uri="{FF2B5EF4-FFF2-40B4-BE49-F238E27FC236}">
                <a16:creationId xmlns:a16="http://schemas.microsoft.com/office/drawing/2014/main" id="{DA435479-6FBB-1E2D-46CE-9BB2564D9EC4}"/>
              </a:ext>
            </a:extLst>
          </p:cNvPr>
          <p:cNvSpPr/>
          <p:nvPr/>
        </p:nvSpPr>
        <p:spPr>
          <a:xfrm>
            <a:off x="5794248" y="2325624"/>
            <a:ext cx="109728" cy="10972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2" name="Text 15">
            <a:extLst>
              <a:ext uri="{FF2B5EF4-FFF2-40B4-BE49-F238E27FC236}">
                <a16:creationId xmlns:a16="http://schemas.microsoft.com/office/drawing/2014/main" id="{D65C5D2C-DA42-39B8-535F-7DABAAF95611}"/>
              </a:ext>
            </a:extLst>
          </p:cNvPr>
          <p:cNvSpPr/>
          <p:nvPr/>
        </p:nvSpPr>
        <p:spPr>
          <a:xfrm>
            <a:off x="5977128" y="22341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3" name="Shape 16">
            <a:extLst>
              <a:ext uri="{FF2B5EF4-FFF2-40B4-BE49-F238E27FC236}">
                <a16:creationId xmlns:a16="http://schemas.microsoft.com/office/drawing/2014/main" id="{C08E19C7-7B79-15C3-412D-AFD14E677D11}"/>
              </a:ext>
            </a:extLst>
          </p:cNvPr>
          <p:cNvSpPr/>
          <p:nvPr/>
        </p:nvSpPr>
        <p:spPr>
          <a:xfrm>
            <a:off x="5794248" y="2673096"/>
            <a:ext cx="109728" cy="10972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4" name="Text 17">
            <a:extLst>
              <a:ext uri="{FF2B5EF4-FFF2-40B4-BE49-F238E27FC236}">
                <a16:creationId xmlns:a16="http://schemas.microsoft.com/office/drawing/2014/main" id="{11530D9F-8EA1-41BE-022C-5EC8BA2D4FDB}"/>
              </a:ext>
            </a:extLst>
          </p:cNvPr>
          <p:cNvSpPr/>
          <p:nvPr/>
        </p:nvSpPr>
        <p:spPr>
          <a:xfrm>
            <a:off x="5977128" y="25816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5" name="Shape 18">
            <a:extLst>
              <a:ext uri="{FF2B5EF4-FFF2-40B4-BE49-F238E27FC236}">
                <a16:creationId xmlns:a16="http://schemas.microsoft.com/office/drawing/2014/main" id="{C495812C-1B3C-A2F8-18B2-AC285FCF28F2}"/>
              </a:ext>
            </a:extLst>
          </p:cNvPr>
          <p:cNvSpPr/>
          <p:nvPr/>
        </p:nvSpPr>
        <p:spPr>
          <a:xfrm>
            <a:off x="5794248" y="3020568"/>
            <a:ext cx="109728" cy="10972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6" name="Text 19">
            <a:extLst>
              <a:ext uri="{FF2B5EF4-FFF2-40B4-BE49-F238E27FC236}">
                <a16:creationId xmlns:a16="http://schemas.microsoft.com/office/drawing/2014/main" id="{58CB285E-60C4-D1F1-B5A8-8CF411405CCC}"/>
              </a:ext>
            </a:extLst>
          </p:cNvPr>
          <p:cNvSpPr/>
          <p:nvPr/>
        </p:nvSpPr>
        <p:spPr>
          <a:xfrm>
            <a:off x="5977128" y="2929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7" name="Shape 20">
            <a:extLst>
              <a:ext uri="{FF2B5EF4-FFF2-40B4-BE49-F238E27FC236}">
                <a16:creationId xmlns:a16="http://schemas.microsoft.com/office/drawing/2014/main" id="{02F6EC91-19DC-252A-F947-6A6570C3027A}"/>
              </a:ext>
            </a:extLst>
          </p:cNvPr>
          <p:cNvSpPr/>
          <p:nvPr/>
        </p:nvSpPr>
        <p:spPr>
          <a:xfrm>
            <a:off x="5794248" y="3368040"/>
            <a:ext cx="109728" cy="10972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8" name="Text 21">
            <a:extLst>
              <a:ext uri="{FF2B5EF4-FFF2-40B4-BE49-F238E27FC236}">
                <a16:creationId xmlns:a16="http://schemas.microsoft.com/office/drawing/2014/main" id="{052B25D3-0A0C-B4A9-A623-F6E21C09558C}"/>
              </a:ext>
            </a:extLst>
          </p:cNvPr>
          <p:cNvSpPr/>
          <p:nvPr/>
        </p:nvSpPr>
        <p:spPr>
          <a:xfrm>
            <a:off x="5977128" y="3276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9" name="Shape 32">
            <a:extLst>
              <a:ext uri="{FF2B5EF4-FFF2-40B4-BE49-F238E27FC236}">
                <a16:creationId xmlns:a16="http://schemas.microsoft.com/office/drawing/2014/main" id="{4878324F-4D9E-8DC8-A01F-45381F521186}"/>
              </a:ext>
            </a:extLst>
          </p:cNvPr>
          <p:cNvSpPr/>
          <p:nvPr/>
        </p:nvSpPr>
        <p:spPr>
          <a:xfrm>
            <a:off x="3124200" y="3810077"/>
            <a:ext cx="4206240" cy="43891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0" name="Text 33">
            <a:extLst>
              <a:ext uri="{FF2B5EF4-FFF2-40B4-BE49-F238E27FC236}">
                <a16:creationId xmlns:a16="http://schemas.microsoft.com/office/drawing/2014/main" id="{41CF51AE-C898-2D22-7022-BA9809FA288B}"/>
              </a:ext>
            </a:extLst>
          </p:cNvPr>
          <p:cNvSpPr/>
          <p:nvPr/>
        </p:nvSpPr>
        <p:spPr>
          <a:xfrm>
            <a:off x="3276600" y="3869806"/>
            <a:ext cx="19194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1" name="Shape 34">
            <a:extLst>
              <a:ext uri="{FF2B5EF4-FFF2-40B4-BE49-F238E27FC236}">
                <a16:creationId xmlns:a16="http://schemas.microsoft.com/office/drawing/2014/main" id="{0D6E4B9A-D704-4C0C-F52D-0174EF874721}"/>
              </a:ext>
            </a:extLst>
          </p:cNvPr>
          <p:cNvSpPr/>
          <p:nvPr/>
        </p:nvSpPr>
        <p:spPr>
          <a:xfrm>
            <a:off x="3154680" y="4520184"/>
            <a:ext cx="109728" cy="109728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2" name="Text 35">
            <a:extLst>
              <a:ext uri="{FF2B5EF4-FFF2-40B4-BE49-F238E27FC236}">
                <a16:creationId xmlns:a16="http://schemas.microsoft.com/office/drawing/2014/main" id="{B51A2C1B-7EC8-FDBF-C74B-9EF9995C3687}"/>
              </a:ext>
            </a:extLst>
          </p:cNvPr>
          <p:cNvSpPr/>
          <p:nvPr/>
        </p:nvSpPr>
        <p:spPr>
          <a:xfrm>
            <a:off x="3337560" y="44287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3" name="Shape 36">
            <a:extLst>
              <a:ext uri="{FF2B5EF4-FFF2-40B4-BE49-F238E27FC236}">
                <a16:creationId xmlns:a16="http://schemas.microsoft.com/office/drawing/2014/main" id="{5AD395A0-5812-A128-FC25-B1BFE0F38FDD}"/>
              </a:ext>
            </a:extLst>
          </p:cNvPr>
          <p:cNvSpPr/>
          <p:nvPr/>
        </p:nvSpPr>
        <p:spPr>
          <a:xfrm>
            <a:off x="3154680" y="4867656"/>
            <a:ext cx="109728" cy="109728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4" name="Text 37">
            <a:extLst>
              <a:ext uri="{FF2B5EF4-FFF2-40B4-BE49-F238E27FC236}">
                <a16:creationId xmlns:a16="http://schemas.microsoft.com/office/drawing/2014/main" id="{C6A44930-110B-E4D2-9E3E-70CE473F61F6}"/>
              </a:ext>
            </a:extLst>
          </p:cNvPr>
          <p:cNvSpPr/>
          <p:nvPr/>
        </p:nvSpPr>
        <p:spPr>
          <a:xfrm>
            <a:off x="3337560" y="47762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Render (Deployment)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5" name="Shape 38">
            <a:extLst>
              <a:ext uri="{FF2B5EF4-FFF2-40B4-BE49-F238E27FC236}">
                <a16:creationId xmlns:a16="http://schemas.microsoft.com/office/drawing/2014/main" id="{1E92C6D3-8647-0C56-5F69-D19B0A5A4F26}"/>
              </a:ext>
            </a:extLst>
          </p:cNvPr>
          <p:cNvSpPr/>
          <p:nvPr/>
        </p:nvSpPr>
        <p:spPr>
          <a:xfrm>
            <a:off x="3154680" y="5215128"/>
            <a:ext cx="109728" cy="109728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6" name="Text 39">
            <a:extLst>
              <a:ext uri="{FF2B5EF4-FFF2-40B4-BE49-F238E27FC236}">
                <a16:creationId xmlns:a16="http://schemas.microsoft.com/office/drawing/2014/main" id="{95677DFA-B602-2421-D3A0-B8FC4A2108B4}"/>
              </a:ext>
            </a:extLst>
          </p:cNvPr>
          <p:cNvSpPr/>
          <p:nvPr/>
        </p:nvSpPr>
        <p:spPr>
          <a:xfrm>
            <a:off x="3337560" y="5123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7" name="Shape 40">
            <a:extLst>
              <a:ext uri="{FF2B5EF4-FFF2-40B4-BE49-F238E27FC236}">
                <a16:creationId xmlns:a16="http://schemas.microsoft.com/office/drawing/2014/main" id="{54A18309-45B6-06EC-7CC2-8042CD9D1488}"/>
              </a:ext>
            </a:extLst>
          </p:cNvPr>
          <p:cNvSpPr/>
          <p:nvPr/>
        </p:nvSpPr>
        <p:spPr>
          <a:xfrm>
            <a:off x="3154680" y="5562600"/>
            <a:ext cx="109728" cy="109728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8" name="Text 41">
            <a:extLst>
              <a:ext uri="{FF2B5EF4-FFF2-40B4-BE49-F238E27FC236}">
                <a16:creationId xmlns:a16="http://schemas.microsoft.com/office/drawing/2014/main" id="{0DA52482-87B4-8C11-4F2D-D7C331E15427}"/>
              </a:ext>
            </a:extLst>
          </p:cNvPr>
          <p:cNvSpPr/>
          <p:nvPr/>
        </p:nvSpPr>
        <p:spPr>
          <a:xfrm>
            <a:off x="3337560" y="5471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634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5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581025" y="580961"/>
            <a:chExt cx="11034776" cy="569125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5" y="580961"/>
              <a:ext cx="11034776" cy="56912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700" y="647699"/>
              <a:ext cx="10906125" cy="5562600"/>
            </a:xfrm>
            <a:custGeom>
              <a:avLst/>
              <a:gdLst/>
              <a:ahLst/>
              <a:cxnLst/>
              <a:rect l="l" t="t" r="r" b="b"/>
              <a:pathLst>
                <a:path w="10906125" h="5562600">
                  <a:moveTo>
                    <a:pt x="10906125" y="0"/>
                  </a:moveTo>
                  <a:lnTo>
                    <a:pt x="0" y="0"/>
                  </a:lnTo>
                  <a:lnTo>
                    <a:pt x="0" y="5562600"/>
                  </a:lnTo>
                  <a:lnTo>
                    <a:pt x="10906125" y="5562600"/>
                  </a:lnTo>
                  <a:lnTo>
                    <a:pt x="10906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814387" y="814387"/>
              <a:ext cx="10582275" cy="5238750"/>
            </a:xfrm>
            <a:custGeom>
              <a:avLst/>
              <a:gdLst/>
              <a:ahLst/>
              <a:cxnLst/>
              <a:rect l="l" t="t" r="r" b="b"/>
              <a:pathLst>
                <a:path w="10582275" h="5238750">
                  <a:moveTo>
                    <a:pt x="0" y="5238750"/>
                  </a:moveTo>
                  <a:lnTo>
                    <a:pt x="10582275" y="5238750"/>
                  </a:lnTo>
                  <a:lnTo>
                    <a:pt x="10582275" y="0"/>
                  </a:lnTo>
                  <a:lnTo>
                    <a:pt x="0" y="0"/>
                  </a:lnTo>
                  <a:lnTo>
                    <a:pt x="0" y="5238750"/>
                  </a:lnTo>
                  <a:close/>
                </a:path>
              </a:pathLst>
            </a:custGeom>
            <a:ln w="63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85800" y="74605"/>
            <a:ext cx="1757045" cy="611195"/>
            <a:chOff x="5133975" y="638175"/>
            <a:chExt cx="1924050" cy="733425"/>
          </a:xfrm>
        </p:grpSpPr>
        <p:sp>
          <p:nvSpPr>
            <p:cNvPr id="10" name="object 10"/>
            <p:cNvSpPr/>
            <p:nvPr/>
          </p:nvSpPr>
          <p:spPr>
            <a:xfrm>
              <a:off x="5133975" y="638175"/>
              <a:ext cx="1924050" cy="733425"/>
            </a:xfrm>
            <a:custGeom>
              <a:avLst/>
              <a:gdLst/>
              <a:ahLst/>
              <a:cxnLst/>
              <a:rect l="l" t="t" r="r" b="b"/>
              <a:pathLst>
                <a:path w="1924050" h="733425">
                  <a:moveTo>
                    <a:pt x="192405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924050" y="733425"/>
                  </a:lnTo>
                  <a:lnTo>
                    <a:pt x="19240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53101" y="643000"/>
              <a:ext cx="1695450" cy="647700"/>
            </a:xfrm>
            <a:custGeom>
              <a:avLst/>
              <a:gdLst/>
              <a:ahLst/>
              <a:cxnLst/>
              <a:rect l="l" t="t" r="r" b="b"/>
              <a:pathLst>
                <a:path w="1695450" h="647700">
                  <a:moveTo>
                    <a:pt x="0" y="0"/>
                  </a:moveTo>
                  <a:lnTo>
                    <a:pt x="0" y="640079"/>
                  </a:lnTo>
                </a:path>
                <a:path w="1695450" h="647700">
                  <a:moveTo>
                    <a:pt x="1695450" y="0"/>
                  </a:moveTo>
                  <a:lnTo>
                    <a:pt x="1695450" y="640079"/>
                  </a:lnTo>
                </a:path>
                <a:path w="1695450" h="647700">
                  <a:moveTo>
                    <a:pt x="0" y="647700"/>
                  </a:moveTo>
                  <a:lnTo>
                    <a:pt x="1691640" y="6477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6">
            <a:extLst>
              <a:ext uri="{FF2B5EF4-FFF2-40B4-BE49-F238E27FC236}">
                <a16:creationId xmlns:a16="http://schemas.microsoft.com/office/drawing/2014/main" id="{BCAAFCD5-578A-0E16-7174-54AE07A66706}"/>
              </a:ext>
            </a:extLst>
          </p:cNvPr>
          <p:cNvSpPr/>
          <p:nvPr/>
        </p:nvSpPr>
        <p:spPr>
          <a:xfrm>
            <a:off x="10744200" y="593023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276225" y="0"/>
                </a:moveTo>
                <a:lnTo>
                  <a:pt x="226580" y="4450"/>
                </a:lnTo>
                <a:lnTo>
                  <a:pt x="179852" y="17281"/>
                </a:lnTo>
                <a:lnTo>
                  <a:pt x="136821" y="37713"/>
                </a:lnTo>
                <a:lnTo>
                  <a:pt x="98268" y="64965"/>
                </a:lnTo>
                <a:lnTo>
                  <a:pt x="64973" y="98257"/>
                </a:lnTo>
                <a:lnTo>
                  <a:pt x="37719" y="136810"/>
                </a:lnTo>
                <a:lnTo>
                  <a:pt x="17284" y="179842"/>
                </a:lnTo>
                <a:lnTo>
                  <a:pt x="4451" y="226573"/>
                </a:lnTo>
                <a:lnTo>
                  <a:pt x="0" y="276225"/>
                </a:lnTo>
                <a:lnTo>
                  <a:pt x="4451" y="325876"/>
                </a:lnTo>
                <a:lnTo>
                  <a:pt x="17284" y="372607"/>
                </a:lnTo>
                <a:lnTo>
                  <a:pt x="37719" y="415639"/>
                </a:lnTo>
                <a:lnTo>
                  <a:pt x="64973" y="454192"/>
                </a:lnTo>
                <a:lnTo>
                  <a:pt x="98268" y="487484"/>
                </a:lnTo>
                <a:lnTo>
                  <a:pt x="136821" y="514736"/>
                </a:lnTo>
                <a:lnTo>
                  <a:pt x="179852" y="535168"/>
                </a:lnTo>
                <a:lnTo>
                  <a:pt x="226580" y="547999"/>
                </a:lnTo>
                <a:lnTo>
                  <a:pt x="276225" y="552450"/>
                </a:lnTo>
                <a:lnTo>
                  <a:pt x="325869" y="547999"/>
                </a:lnTo>
                <a:lnTo>
                  <a:pt x="372597" y="535168"/>
                </a:lnTo>
                <a:lnTo>
                  <a:pt x="415628" y="514736"/>
                </a:lnTo>
                <a:lnTo>
                  <a:pt x="454181" y="487484"/>
                </a:lnTo>
                <a:lnTo>
                  <a:pt x="487476" y="454192"/>
                </a:lnTo>
                <a:lnTo>
                  <a:pt x="514730" y="415639"/>
                </a:lnTo>
                <a:lnTo>
                  <a:pt x="535165" y="372607"/>
                </a:lnTo>
                <a:lnTo>
                  <a:pt x="547998" y="325876"/>
                </a:lnTo>
                <a:lnTo>
                  <a:pt x="552450" y="276225"/>
                </a:lnTo>
                <a:lnTo>
                  <a:pt x="547998" y="226573"/>
                </a:lnTo>
                <a:lnTo>
                  <a:pt x="535165" y="179842"/>
                </a:lnTo>
                <a:lnTo>
                  <a:pt x="514730" y="136810"/>
                </a:lnTo>
                <a:lnTo>
                  <a:pt x="487476" y="98257"/>
                </a:lnTo>
                <a:lnTo>
                  <a:pt x="454181" y="64965"/>
                </a:lnTo>
                <a:lnTo>
                  <a:pt x="415628" y="37713"/>
                </a:lnTo>
                <a:lnTo>
                  <a:pt x="372597" y="17281"/>
                </a:lnTo>
                <a:lnTo>
                  <a:pt x="325869" y="4450"/>
                </a:lnTo>
                <a:lnTo>
                  <a:pt x="27622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5468148-6E2E-A680-125B-2715E3610E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07394" y="6206455"/>
            <a:ext cx="178434" cy="201978"/>
          </a:xfrm>
        </p:spPr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US" sz="3200" spc="-25" smtClean="0"/>
              <a:t>8</a:t>
            </a:fld>
            <a:endParaRPr lang="en-US" sz="3200" spc="-25" dirty="0"/>
          </a:p>
        </p:txBody>
      </p:sp>
      <p:sp>
        <p:nvSpPr>
          <p:cNvPr id="12" name="object 7" descr="$PPTXTitle">
            <a:extLst>
              <a:ext uri="{FF2B5EF4-FFF2-40B4-BE49-F238E27FC236}">
                <a16:creationId xmlns:a16="http://schemas.microsoft.com/office/drawing/2014/main" id="{13581FBB-68F5-2AA0-341E-267A086003B4}"/>
              </a:ext>
            </a:extLst>
          </p:cNvPr>
          <p:cNvSpPr txBox="1">
            <a:spLocks/>
          </p:cNvSpPr>
          <p:nvPr/>
        </p:nvSpPr>
        <p:spPr>
          <a:xfrm>
            <a:off x="685800" y="838293"/>
            <a:ext cx="506095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sz="2800" dirty="0"/>
              <a:t>Gained Skills</a:t>
            </a:r>
            <a:endParaRPr lang="en-US" sz="6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CB608-248B-05F3-CC8F-152C5E5CBA89}"/>
              </a:ext>
            </a:extLst>
          </p:cNvPr>
          <p:cNvSpPr txBox="1"/>
          <p:nvPr/>
        </p:nvSpPr>
        <p:spPr>
          <a:xfrm>
            <a:off x="685800" y="1487354"/>
            <a:ext cx="783071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Technical Skills:</a:t>
            </a:r>
            <a:endParaRPr lang="en-US" sz="1600" b="1" dirty="0"/>
          </a:p>
          <a:p>
            <a:r>
              <a:rPr lang="en-US" sz="1600" dirty="0"/>
              <a:t>⚙️</a:t>
            </a:r>
            <a:r>
              <a:rPr lang="en-US" sz="1600" b="1" dirty="0"/>
              <a:t>Backend &amp; API Development</a:t>
            </a:r>
            <a:r>
              <a:rPr lang="en-US" sz="1600" dirty="0"/>
              <a:t>: Developed RESTful APIs and handled server-side logic efficiently</a:t>
            </a:r>
          </a:p>
          <a:p>
            <a:endParaRPr lang="en-US" sz="1600" dirty="0"/>
          </a:p>
          <a:p>
            <a:r>
              <a:rPr lang="en-US" sz="1600" b="1" dirty="0"/>
              <a:t>⚙️ Database Management:</a:t>
            </a:r>
            <a:r>
              <a:rPr lang="en-US" sz="1600" dirty="0"/>
              <a:t> Designed and managed data storage, queries and schema structure</a:t>
            </a:r>
          </a:p>
          <a:p>
            <a:endParaRPr lang="en-US" sz="1600" dirty="0"/>
          </a:p>
          <a:p>
            <a:r>
              <a:rPr lang="en-US" sz="1600" dirty="0"/>
              <a:t>⚙️ </a:t>
            </a:r>
            <a:r>
              <a:rPr lang="en-US" sz="1600" b="1" dirty="0"/>
              <a:t>AI/NLP Integration:</a:t>
            </a:r>
            <a:r>
              <a:rPr lang="en-US" sz="1600" dirty="0"/>
              <a:t> Implemented sentiment analysis using Natural Language Processing techniques</a:t>
            </a:r>
          </a:p>
          <a:p>
            <a:endParaRPr lang="en-US" sz="1600" dirty="0"/>
          </a:p>
          <a:p>
            <a:r>
              <a:rPr lang="en-US" sz="1600" b="1" dirty="0"/>
              <a:t>⚙️ Version Control &amp; Collaboration:</a:t>
            </a:r>
            <a:r>
              <a:rPr lang="en-US" sz="1600" dirty="0"/>
              <a:t> Used Git for code management, version tracking and project organization</a:t>
            </a:r>
          </a:p>
          <a:p>
            <a:endParaRPr lang="en-US" sz="1600" dirty="0"/>
          </a:p>
          <a:p>
            <a:r>
              <a:rPr lang="en-US" sz="1600" b="1" dirty="0"/>
              <a:t>⚙️ Debugging &amp; Problem Solving:</a:t>
            </a:r>
            <a:r>
              <a:rPr lang="en-US" sz="1600" dirty="0"/>
              <a:t> Identified, analyzed and resolved real-world technical issues during development</a:t>
            </a:r>
          </a:p>
          <a:p>
            <a:endParaRPr lang="en-US" sz="1600" dirty="0"/>
          </a:p>
          <a:p>
            <a:r>
              <a:rPr lang="en-US" sz="1600" b="1" dirty="0"/>
              <a:t>⚙️ Full-Stack Web Development:</a:t>
            </a:r>
            <a:r>
              <a:rPr lang="en-US" sz="1600" dirty="0"/>
              <a:t> Designed and developed a complete web application using modern frontend and backend technologies</a:t>
            </a:r>
          </a:p>
          <a:p>
            <a:endParaRPr lang="en-US" sz="1600" dirty="0"/>
          </a:p>
        </p:txBody>
      </p:sp>
      <p:pic>
        <p:nvPicPr>
          <p:cNvPr id="18" name="Picture 17" descr="A grey gear with a black background&#10;&#10;AI-generated content may be incorrect.">
            <a:extLst>
              <a:ext uri="{FF2B5EF4-FFF2-40B4-BE49-F238E27FC236}">
                <a16:creationId xmlns:a16="http://schemas.microsoft.com/office/drawing/2014/main" id="{8FC4FE8E-AB20-F1E7-B263-85EC8D38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996" y="2133600"/>
            <a:ext cx="3121473" cy="312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118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5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581025" y="580961"/>
            <a:chExt cx="11034776" cy="569125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5" y="580961"/>
              <a:ext cx="11034776" cy="56912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700" y="647699"/>
              <a:ext cx="10906125" cy="5562600"/>
            </a:xfrm>
            <a:custGeom>
              <a:avLst/>
              <a:gdLst/>
              <a:ahLst/>
              <a:cxnLst/>
              <a:rect l="l" t="t" r="r" b="b"/>
              <a:pathLst>
                <a:path w="10906125" h="5562600">
                  <a:moveTo>
                    <a:pt x="10906125" y="0"/>
                  </a:moveTo>
                  <a:lnTo>
                    <a:pt x="0" y="0"/>
                  </a:lnTo>
                  <a:lnTo>
                    <a:pt x="0" y="5562600"/>
                  </a:lnTo>
                  <a:lnTo>
                    <a:pt x="10906125" y="5562600"/>
                  </a:lnTo>
                  <a:lnTo>
                    <a:pt x="10906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814387" y="814387"/>
              <a:ext cx="10582275" cy="5238750"/>
            </a:xfrm>
            <a:custGeom>
              <a:avLst/>
              <a:gdLst/>
              <a:ahLst/>
              <a:cxnLst/>
              <a:rect l="l" t="t" r="r" b="b"/>
              <a:pathLst>
                <a:path w="10582275" h="5238750">
                  <a:moveTo>
                    <a:pt x="0" y="5238750"/>
                  </a:moveTo>
                  <a:lnTo>
                    <a:pt x="10582275" y="5238750"/>
                  </a:lnTo>
                  <a:lnTo>
                    <a:pt x="10582275" y="0"/>
                  </a:lnTo>
                  <a:lnTo>
                    <a:pt x="0" y="0"/>
                  </a:lnTo>
                  <a:lnTo>
                    <a:pt x="0" y="5238750"/>
                  </a:lnTo>
                  <a:close/>
                </a:path>
              </a:pathLst>
            </a:custGeom>
            <a:ln w="63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85800" y="74605"/>
            <a:ext cx="1757045" cy="611195"/>
            <a:chOff x="5133975" y="638175"/>
            <a:chExt cx="1924050" cy="733425"/>
          </a:xfrm>
        </p:grpSpPr>
        <p:sp>
          <p:nvSpPr>
            <p:cNvPr id="10" name="object 10"/>
            <p:cNvSpPr/>
            <p:nvPr/>
          </p:nvSpPr>
          <p:spPr>
            <a:xfrm>
              <a:off x="5133975" y="638175"/>
              <a:ext cx="1924050" cy="733425"/>
            </a:xfrm>
            <a:custGeom>
              <a:avLst/>
              <a:gdLst/>
              <a:ahLst/>
              <a:cxnLst/>
              <a:rect l="l" t="t" r="r" b="b"/>
              <a:pathLst>
                <a:path w="1924050" h="733425">
                  <a:moveTo>
                    <a:pt x="192405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924050" y="733425"/>
                  </a:lnTo>
                  <a:lnTo>
                    <a:pt x="19240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53101" y="643000"/>
              <a:ext cx="1695450" cy="647700"/>
            </a:xfrm>
            <a:custGeom>
              <a:avLst/>
              <a:gdLst/>
              <a:ahLst/>
              <a:cxnLst/>
              <a:rect l="l" t="t" r="r" b="b"/>
              <a:pathLst>
                <a:path w="1695450" h="647700">
                  <a:moveTo>
                    <a:pt x="0" y="0"/>
                  </a:moveTo>
                  <a:lnTo>
                    <a:pt x="0" y="640079"/>
                  </a:lnTo>
                </a:path>
                <a:path w="1695450" h="647700">
                  <a:moveTo>
                    <a:pt x="1695450" y="0"/>
                  </a:moveTo>
                  <a:lnTo>
                    <a:pt x="1695450" y="640079"/>
                  </a:lnTo>
                </a:path>
                <a:path w="1695450" h="647700">
                  <a:moveTo>
                    <a:pt x="0" y="647700"/>
                  </a:moveTo>
                  <a:lnTo>
                    <a:pt x="1691640" y="6477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6">
            <a:extLst>
              <a:ext uri="{FF2B5EF4-FFF2-40B4-BE49-F238E27FC236}">
                <a16:creationId xmlns:a16="http://schemas.microsoft.com/office/drawing/2014/main" id="{BCAAFCD5-578A-0E16-7174-54AE07A66706}"/>
              </a:ext>
            </a:extLst>
          </p:cNvPr>
          <p:cNvSpPr/>
          <p:nvPr/>
        </p:nvSpPr>
        <p:spPr>
          <a:xfrm>
            <a:off x="10744200" y="593023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276225" y="0"/>
                </a:moveTo>
                <a:lnTo>
                  <a:pt x="226580" y="4450"/>
                </a:lnTo>
                <a:lnTo>
                  <a:pt x="179852" y="17281"/>
                </a:lnTo>
                <a:lnTo>
                  <a:pt x="136821" y="37713"/>
                </a:lnTo>
                <a:lnTo>
                  <a:pt x="98268" y="64965"/>
                </a:lnTo>
                <a:lnTo>
                  <a:pt x="64973" y="98257"/>
                </a:lnTo>
                <a:lnTo>
                  <a:pt x="37719" y="136810"/>
                </a:lnTo>
                <a:lnTo>
                  <a:pt x="17284" y="179842"/>
                </a:lnTo>
                <a:lnTo>
                  <a:pt x="4451" y="226573"/>
                </a:lnTo>
                <a:lnTo>
                  <a:pt x="0" y="276225"/>
                </a:lnTo>
                <a:lnTo>
                  <a:pt x="4451" y="325876"/>
                </a:lnTo>
                <a:lnTo>
                  <a:pt x="17284" y="372607"/>
                </a:lnTo>
                <a:lnTo>
                  <a:pt x="37719" y="415639"/>
                </a:lnTo>
                <a:lnTo>
                  <a:pt x="64973" y="454192"/>
                </a:lnTo>
                <a:lnTo>
                  <a:pt x="98268" y="487484"/>
                </a:lnTo>
                <a:lnTo>
                  <a:pt x="136821" y="514736"/>
                </a:lnTo>
                <a:lnTo>
                  <a:pt x="179852" y="535168"/>
                </a:lnTo>
                <a:lnTo>
                  <a:pt x="226580" y="547999"/>
                </a:lnTo>
                <a:lnTo>
                  <a:pt x="276225" y="552450"/>
                </a:lnTo>
                <a:lnTo>
                  <a:pt x="325869" y="547999"/>
                </a:lnTo>
                <a:lnTo>
                  <a:pt x="372597" y="535168"/>
                </a:lnTo>
                <a:lnTo>
                  <a:pt x="415628" y="514736"/>
                </a:lnTo>
                <a:lnTo>
                  <a:pt x="454181" y="487484"/>
                </a:lnTo>
                <a:lnTo>
                  <a:pt x="487476" y="454192"/>
                </a:lnTo>
                <a:lnTo>
                  <a:pt x="514730" y="415639"/>
                </a:lnTo>
                <a:lnTo>
                  <a:pt x="535165" y="372607"/>
                </a:lnTo>
                <a:lnTo>
                  <a:pt x="547998" y="325876"/>
                </a:lnTo>
                <a:lnTo>
                  <a:pt x="552450" y="276225"/>
                </a:lnTo>
                <a:lnTo>
                  <a:pt x="547998" y="226573"/>
                </a:lnTo>
                <a:lnTo>
                  <a:pt x="535165" y="179842"/>
                </a:lnTo>
                <a:lnTo>
                  <a:pt x="514730" y="136810"/>
                </a:lnTo>
                <a:lnTo>
                  <a:pt x="487476" y="98257"/>
                </a:lnTo>
                <a:lnTo>
                  <a:pt x="454181" y="64965"/>
                </a:lnTo>
                <a:lnTo>
                  <a:pt x="415628" y="37713"/>
                </a:lnTo>
                <a:lnTo>
                  <a:pt x="372597" y="17281"/>
                </a:lnTo>
                <a:lnTo>
                  <a:pt x="325869" y="4450"/>
                </a:lnTo>
                <a:lnTo>
                  <a:pt x="27622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5468148-6E2E-A680-125B-2715E3610E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07394" y="6206455"/>
            <a:ext cx="178434" cy="201978"/>
          </a:xfrm>
        </p:spPr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US" sz="3200" spc="-25" smtClean="0"/>
              <a:t>9</a:t>
            </a:fld>
            <a:endParaRPr lang="en-US" sz="3200" spc="-25" dirty="0"/>
          </a:p>
        </p:txBody>
      </p:sp>
      <p:sp>
        <p:nvSpPr>
          <p:cNvPr id="12" name="object 7" descr="$PPTXTitle">
            <a:extLst>
              <a:ext uri="{FF2B5EF4-FFF2-40B4-BE49-F238E27FC236}">
                <a16:creationId xmlns:a16="http://schemas.microsoft.com/office/drawing/2014/main" id="{13581FBB-68F5-2AA0-341E-267A086003B4}"/>
              </a:ext>
            </a:extLst>
          </p:cNvPr>
          <p:cNvSpPr txBox="1">
            <a:spLocks/>
          </p:cNvSpPr>
          <p:nvPr/>
        </p:nvSpPr>
        <p:spPr>
          <a:xfrm>
            <a:off x="685800" y="838293"/>
            <a:ext cx="506095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sz="2800" dirty="0"/>
              <a:t>Gained Skills</a:t>
            </a:r>
            <a:endParaRPr lang="en-US" sz="6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CB608-248B-05F3-CC8F-152C5E5CBA89}"/>
              </a:ext>
            </a:extLst>
          </p:cNvPr>
          <p:cNvSpPr txBox="1"/>
          <p:nvPr/>
        </p:nvSpPr>
        <p:spPr>
          <a:xfrm>
            <a:off x="685800" y="1388385"/>
            <a:ext cx="7830719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Soft Skills:</a:t>
            </a:r>
            <a:endParaRPr lang="en-US" sz="1600" b="1" dirty="0"/>
          </a:p>
          <a:p>
            <a:r>
              <a:rPr lang="en-US" sz="1600" b="1" dirty="0"/>
              <a:t>✔ Effective Communication:</a:t>
            </a:r>
            <a:r>
              <a:rPr lang="en-US" sz="1600" dirty="0"/>
              <a:t> Clearly conveyed ideas, progress, and technical concepts with the supervisor and team</a:t>
            </a:r>
          </a:p>
          <a:p>
            <a:endParaRPr lang="en-US" sz="1600" b="1" dirty="0"/>
          </a:p>
          <a:p>
            <a:r>
              <a:rPr lang="en-US" sz="1600" b="1" dirty="0"/>
              <a:t>✔ Time Management:</a:t>
            </a:r>
            <a:r>
              <a:rPr lang="en-US" sz="1600" dirty="0"/>
              <a:t> Managed tasks efficiently to meet deadlines and maintain consistent progress</a:t>
            </a:r>
          </a:p>
          <a:p>
            <a:endParaRPr lang="en-US" sz="1600" b="1" dirty="0"/>
          </a:p>
          <a:p>
            <a:r>
              <a:rPr lang="en-US" sz="1600" b="1" dirty="0"/>
              <a:t>✔ Problem-Solving Mindset:</a:t>
            </a:r>
            <a:r>
              <a:rPr lang="en-US" sz="1600" dirty="0"/>
              <a:t> Approached challenges analytically and adapted to changing requirements</a:t>
            </a:r>
          </a:p>
          <a:p>
            <a:endParaRPr lang="en-US" sz="1600" b="1" dirty="0"/>
          </a:p>
          <a:p>
            <a:r>
              <a:rPr lang="en-US" sz="1600" b="1" dirty="0"/>
              <a:t>✔ Adaptability &amp; Learning Agility:</a:t>
            </a:r>
            <a:r>
              <a:rPr lang="en-US" sz="1600" dirty="0"/>
              <a:t> Quickly learned new tools, technologies and workflows during the internship</a:t>
            </a:r>
          </a:p>
          <a:p>
            <a:endParaRPr lang="en-US" sz="1600" b="1" dirty="0"/>
          </a:p>
          <a:p>
            <a:r>
              <a:rPr lang="en-US" sz="1600" b="1" dirty="0"/>
              <a:t>✔ Professional Work Ethics:</a:t>
            </a:r>
            <a:r>
              <a:rPr lang="en-US" sz="1600" dirty="0"/>
              <a:t> Maintained discipline, responsibility and accountability in all assigned tasks</a:t>
            </a:r>
          </a:p>
          <a:p>
            <a:endParaRPr lang="en-US" sz="1600" b="1" dirty="0"/>
          </a:p>
          <a:p>
            <a:r>
              <a:rPr lang="en-US" sz="1600" b="1" dirty="0"/>
              <a:t>✔ Attention to Detail:</a:t>
            </a:r>
            <a:r>
              <a:rPr lang="en-US" sz="1600" dirty="0"/>
              <a:t> Ensured accuracy and quality in development, testing and documentation</a:t>
            </a:r>
          </a:p>
          <a:p>
            <a:endParaRPr lang="en-US" sz="1600" b="1" dirty="0"/>
          </a:p>
          <a:p>
            <a:r>
              <a:rPr lang="en-US" sz="1600" b="1" dirty="0"/>
              <a:t>✔ Self-Motivation &amp; Initiative:</a:t>
            </a:r>
            <a:r>
              <a:rPr lang="en-US" sz="1600" dirty="0"/>
              <a:t> Took proactive steps to improve the project beyond assigned requirements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19" name="Picture 1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443D24C-CA5B-70B3-4E73-9624C505C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1394422"/>
            <a:ext cx="3585247" cy="358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147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5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581025" y="580961"/>
            <a:chExt cx="11034776" cy="5691251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580961"/>
              <a:ext cx="11034776" cy="56912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700" y="647699"/>
              <a:ext cx="10906125" cy="5562600"/>
            </a:xfrm>
            <a:custGeom>
              <a:avLst/>
              <a:gdLst/>
              <a:ahLst/>
              <a:cxnLst/>
              <a:rect l="l" t="t" r="r" b="b"/>
              <a:pathLst>
                <a:path w="10906125" h="5562600">
                  <a:moveTo>
                    <a:pt x="10906125" y="0"/>
                  </a:moveTo>
                  <a:lnTo>
                    <a:pt x="0" y="0"/>
                  </a:lnTo>
                  <a:lnTo>
                    <a:pt x="0" y="5562600"/>
                  </a:lnTo>
                  <a:lnTo>
                    <a:pt x="10906125" y="5562600"/>
                  </a:lnTo>
                  <a:lnTo>
                    <a:pt x="10906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814387" y="814387"/>
              <a:ext cx="10582275" cy="5238750"/>
            </a:xfrm>
            <a:custGeom>
              <a:avLst/>
              <a:gdLst/>
              <a:ahLst/>
              <a:cxnLst/>
              <a:rect l="l" t="t" r="r" b="b"/>
              <a:pathLst>
                <a:path w="10582275" h="5238750">
                  <a:moveTo>
                    <a:pt x="0" y="5238750"/>
                  </a:moveTo>
                  <a:lnTo>
                    <a:pt x="10582275" y="5238750"/>
                  </a:lnTo>
                  <a:lnTo>
                    <a:pt x="10582275" y="0"/>
                  </a:lnTo>
                  <a:lnTo>
                    <a:pt x="0" y="0"/>
                  </a:lnTo>
                  <a:lnTo>
                    <a:pt x="0" y="5238750"/>
                  </a:lnTo>
                  <a:close/>
                </a:path>
              </a:pathLst>
            </a:custGeom>
            <a:ln w="63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85800" y="74605"/>
            <a:ext cx="1757045" cy="611195"/>
            <a:chOff x="5133975" y="638175"/>
            <a:chExt cx="1924050" cy="733425"/>
          </a:xfrm>
        </p:grpSpPr>
        <p:sp>
          <p:nvSpPr>
            <p:cNvPr id="10" name="object 10"/>
            <p:cNvSpPr/>
            <p:nvPr/>
          </p:nvSpPr>
          <p:spPr>
            <a:xfrm>
              <a:off x="5133975" y="638175"/>
              <a:ext cx="1924050" cy="733425"/>
            </a:xfrm>
            <a:custGeom>
              <a:avLst/>
              <a:gdLst/>
              <a:ahLst/>
              <a:cxnLst/>
              <a:rect l="l" t="t" r="r" b="b"/>
              <a:pathLst>
                <a:path w="1924050" h="733425">
                  <a:moveTo>
                    <a:pt x="192405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924050" y="733425"/>
                  </a:lnTo>
                  <a:lnTo>
                    <a:pt x="19240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53101" y="643000"/>
              <a:ext cx="1695450" cy="647700"/>
            </a:xfrm>
            <a:custGeom>
              <a:avLst/>
              <a:gdLst/>
              <a:ahLst/>
              <a:cxnLst/>
              <a:rect l="l" t="t" r="r" b="b"/>
              <a:pathLst>
                <a:path w="1695450" h="647700">
                  <a:moveTo>
                    <a:pt x="0" y="0"/>
                  </a:moveTo>
                  <a:lnTo>
                    <a:pt x="0" y="640079"/>
                  </a:lnTo>
                </a:path>
                <a:path w="1695450" h="647700">
                  <a:moveTo>
                    <a:pt x="1695450" y="0"/>
                  </a:moveTo>
                  <a:lnTo>
                    <a:pt x="1695450" y="640079"/>
                  </a:lnTo>
                </a:path>
                <a:path w="1695450" h="647700">
                  <a:moveTo>
                    <a:pt x="0" y="647700"/>
                  </a:moveTo>
                  <a:lnTo>
                    <a:pt x="1691640" y="6477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6">
            <a:extLst>
              <a:ext uri="{FF2B5EF4-FFF2-40B4-BE49-F238E27FC236}">
                <a16:creationId xmlns:a16="http://schemas.microsoft.com/office/drawing/2014/main" id="{BCAAFCD5-578A-0E16-7174-54AE07A66706}"/>
              </a:ext>
            </a:extLst>
          </p:cNvPr>
          <p:cNvSpPr/>
          <p:nvPr/>
        </p:nvSpPr>
        <p:spPr>
          <a:xfrm>
            <a:off x="10883581" y="593023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276225" y="0"/>
                </a:moveTo>
                <a:lnTo>
                  <a:pt x="226580" y="4450"/>
                </a:lnTo>
                <a:lnTo>
                  <a:pt x="179852" y="17281"/>
                </a:lnTo>
                <a:lnTo>
                  <a:pt x="136821" y="37713"/>
                </a:lnTo>
                <a:lnTo>
                  <a:pt x="98268" y="64965"/>
                </a:lnTo>
                <a:lnTo>
                  <a:pt x="64973" y="98257"/>
                </a:lnTo>
                <a:lnTo>
                  <a:pt x="37719" y="136810"/>
                </a:lnTo>
                <a:lnTo>
                  <a:pt x="17284" y="179842"/>
                </a:lnTo>
                <a:lnTo>
                  <a:pt x="4451" y="226573"/>
                </a:lnTo>
                <a:lnTo>
                  <a:pt x="0" y="276225"/>
                </a:lnTo>
                <a:lnTo>
                  <a:pt x="4451" y="325876"/>
                </a:lnTo>
                <a:lnTo>
                  <a:pt x="17284" y="372607"/>
                </a:lnTo>
                <a:lnTo>
                  <a:pt x="37719" y="415639"/>
                </a:lnTo>
                <a:lnTo>
                  <a:pt x="64973" y="454192"/>
                </a:lnTo>
                <a:lnTo>
                  <a:pt x="98268" y="487484"/>
                </a:lnTo>
                <a:lnTo>
                  <a:pt x="136821" y="514736"/>
                </a:lnTo>
                <a:lnTo>
                  <a:pt x="179852" y="535168"/>
                </a:lnTo>
                <a:lnTo>
                  <a:pt x="226580" y="547999"/>
                </a:lnTo>
                <a:lnTo>
                  <a:pt x="276225" y="552450"/>
                </a:lnTo>
                <a:lnTo>
                  <a:pt x="325869" y="547999"/>
                </a:lnTo>
                <a:lnTo>
                  <a:pt x="372597" y="535168"/>
                </a:lnTo>
                <a:lnTo>
                  <a:pt x="415628" y="514736"/>
                </a:lnTo>
                <a:lnTo>
                  <a:pt x="454181" y="487484"/>
                </a:lnTo>
                <a:lnTo>
                  <a:pt x="487476" y="454192"/>
                </a:lnTo>
                <a:lnTo>
                  <a:pt x="514730" y="415639"/>
                </a:lnTo>
                <a:lnTo>
                  <a:pt x="535165" y="372607"/>
                </a:lnTo>
                <a:lnTo>
                  <a:pt x="547998" y="325876"/>
                </a:lnTo>
                <a:lnTo>
                  <a:pt x="552450" y="276225"/>
                </a:lnTo>
                <a:lnTo>
                  <a:pt x="547998" y="226573"/>
                </a:lnTo>
                <a:lnTo>
                  <a:pt x="535165" y="179842"/>
                </a:lnTo>
                <a:lnTo>
                  <a:pt x="514730" y="136810"/>
                </a:lnTo>
                <a:lnTo>
                  <a:pt x="487476" y="98257"/>
                </a:lnTo>
                <a:lnTo>
                  <a:pt x="454181" y="64965"/>
                </a:lnTo>
                <a:lnTo>
                  <a:pt x="415628" y="37713"/>
                </a:lnTo>
                <a:lnTo>
                  <a:pt x="372597" y="17281"/>
                </a:lnTo>
                <a:lnTo>
                  <a:pt x="325869" y="4450"/>
                </a:lnTo>
                <a:lnTo>
                  <a:pt x="27622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5468148-6E2E-A680-125B-2715E3610E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07394" y="6206455"/>
            <a:ext cx="675006" cy="112991"/>
          </a:xfrm>
        </p:spPr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US" sz="3200" spc="-25" smtClean="0"/>
              <a:t>10</a:t>
            </a:fld>
            <a:endParaRPr lang="en-US" sz="3200" spc="-25" dirty="0"/>
          </a:p>
        </p:txBody>
      </p:sp>
      <p:pic>
        <p:nvPicPr>
          <p:cNvPr id="17" name="Picture 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A7224D5-0124-FDCB-D81A-C32586A803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107" y="990600"/>
            <a:ext cx="4353786" cy="435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772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Words>472</Words>
  <Application>Microsoft Office PowerPoint</Application>
  <PresentationFormat>Widescreen</PresentationFormat>
  <Paragraphs>113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 MT</vt:lpstr>
      <vt:lpstr>Calibri</vt:lpstr>
      <vt:lpstr>Cambria</vt:lpstr>
      <vt:lpstr>Times New Roman</vt:lpstr>
      <vt:lpstr>Office Theme</vt:lpstr>
      <vt:lpstr>PowerPoint Presentation</vt:lpstr>
      <vt:lpstr>Internship on- Backend Focused Web App Development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On-Campus Vandalism Detection using RTMDet</dc:title>
  <dc:creator>lenovo</dc:creator>
  <cp:lastModifiedBy>Rakesh Biswas</cp:lastModifiedBy>
  <cp:revision>25</cp:revision>
  <dcterms:created xsi:type="dcterms:W3CDTF">2026-04-23T13:58:23Z</dcterms:created>
  <dcterms:modified xsi:type="dcterms:W3CDTF">2026-04-24T01:29:52Z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2026-03-10T00:00:00Z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2026-04-23T00:00:00Z</vt:filetime>
  </property>
  <property fmtid="{D5CDD505-2E9C-101B-9397-08002B2CF9AE}" pid="6" name="Producer">
    <vt:lpwstr>Microsoft® PowerPoint® 2021</vt:lpwstr>
  </property>
</Properties>
</file>