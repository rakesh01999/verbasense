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37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VerbaSense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Engineering Internship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VerbaSense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Communication &amp; Sentiment Analysis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 Biswas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ID: 200112 | CSE, JUST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Developer Intern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 Used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Solutions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/ Output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Gained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Improvements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VerbaSense is an advanced AI communication tool.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analyze textual data for emotional intelligence.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real-time sentiment scoring and linguistic patterns.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Bridging the gap between raw text and human understanding.</a:t>
            </a:r>
            <a:endParaRPr lang="en-US" sz="1800" dirty="0"/>
          </a:p>
        </p:txBody>
      </p:sp>
      <p:pic>
        <p:nvPicPr>
          <p:cNvPr id="5" name="Image 0" descr="images/verbasense_logo-removed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3716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tools lack deep emotional context analysis.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complexity in processing real-time communication flows.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Difficulty in visualizing sentiment trends over time.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need for an integrated full-stack solution for AI interaction.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0" y="1645920"/>
            <a:ext cx="274320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1C1C"/>
                </a:solidFill>
              </a:rPr>
              <a:t>Current Gap: Text is abundant, but understanding is scarce.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 robust NLP pipeline for emotion detection.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high-performance Full-Stack dashboard.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secure user authentication and data persistence.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horizontal scalability for enterprise-level data.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pic>
        <p:nvPicPr>
          <p:cNvPr id="4" name="Image 0" descr="images/system_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4023360" cy="1280160"/>
          </a:xfrm>
          <a:prstGeom prst="rect">
            <a:avLst>
              <a:gd name="adj" fmla="val 3571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Sentiment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Real-time AI processing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280160"/>
          </a:xfrm>
          <a:prstGeom prst="rect">
            <a:avLst>
              <a:gd name="adj" fmla="val 3571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Dynamic Dashboard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Interactive visual metrics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280160"/>
          </a:xfrm>
          <a:prstGeom prst="rect">
            <a:avLst>
              <a:gd name="adj" fmla="val 3571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Secure Auth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JWT &amp; Google Integration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280160"/>
          </a:xfrm>
          <a:prstGeom prst="rect">
            <a:avLst>
              <a:gd name="adj" fmla="val 3571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Scalable API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RESTful Express backend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pic>
        <p:nvPicPr>
          <p:cNvPr id="4" name="Image 0" descr="images/next_j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8288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Next.js</a:t>
            </a:r>
            <a:endParaRPr lang="en-US" sz="1000" dirty="0"/>
          </a:p>
        </p:txBody>
      </p:sp>
      <p:pic>
        <p:nvPicPr>
          <p:cNvPr id="6" name="Image 1" descr="images/node_j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94560" y="182880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9456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Node.js</a:t>
            </a:r>
            <a:endParaRPr lang="en-US" sz="1000" dirty="0"/>
          </a:p>
        </p:txBody>
      </p:sp>
      <p:pic>
        <p:nvPicPr>
          <p:cNvPr id="8" name="Image 2" descr="images/mongoD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74720" y="1828800"/>
            <a:ext cx="914400" cy="9144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7472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MongoDB</a:t>
            </a:r>
            <a:endParaRPr lang="en-US" sz="1000" dirty="0"/>
          </a:p>
        </p:txBody>
      </p:sp>
      <p:pic>
        <p:nvPicPr>
          <p:cNvPr id="10" name="Image 3" descr="images/tailwind_cs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54880" y="1828800"/>
            <a:ext cx="914400" cy="914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548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Tailwind</a:t>
            </a:r>
            <a:endParaRPr lang="en-US" sz="1000" dirty="0"/>
          </a:p>
        </p:txBody>
      </p:sp>
      <p:pic>
        <p:nvPicPr>
          <p:cNvPr id="12" name="Image 4" descr="images/JWT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35040" y="1828800"/>
            <a:ext cx="914400" cy="914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3504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JWT</a:t>
            </a:r>
            <a:endParaRPr lang="en-US" sz="1000" dirty="0"/>
          </a:p>
        </p:txBody>
      </p:sp>
      <p:pic>
        <p:nvPicPr>
          <p:cNvPr id="14" name="Image 5" descr="images/reac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15200" y="1828800"/>
            <a:ext cx="914400" cy="9144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3152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React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Implementation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built with Express.js and Node.js for scalability.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utilizing Next.js for SSR and SEO optimization.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management handled via React Context/Redux.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 integrated as microservices for modularity.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Latency in AI inference. -&gt; Solution: Web Workers &amp; Caching.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Data Security. -&gt; Solution: Robust JWT + Bcrypt encryption.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Challenge: UI Performance. -&gt; Solution: Framer Motion for smooth transitions.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Results /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pic>
        <p:nvPicPr>
          <p:cNvPr id="4" name="Image 0" descr="images/verbasense_ui_mo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7160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Skills Gained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Mastery of MERN stack development.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experience with AI/NLP integration.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UI/UX design principles.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deployment &amp; CI/CD workflows.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Future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for Multilingual Sentiment Analysis.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voice-to-sentiment processing.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predictive analytics for conversation flows.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integration (React Native).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9144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built a functional AI communication platform.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Achieved project goals within the internship timeframe.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Gained invaluable industry experience in full-stack engineering.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scale VerbaSense for real-world applications.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I'd love to discuss more.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rakesh.biswas@example.com | github.com/Rakesh01999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VerbaSense - Internship Presentation</dc:title>
  <dc:subject>PptxGenJS Presentation</dc:subject>
  <dc:creator>Rakesh Biswas</dc:creator>
  <cp:lastModifiedBy>Rakesh Biswas</cp:lastModifiedBy>
  <cp:revision>1</cp:revision>
  <dcterms:created xsi:type="dcterms:W3CDTF">2026-04-23T16:09:31Z</dcterms:created>
  <dcterms:modified xsi:type="dcterms:W3CDTF">2026-04-23T16:09:31Z</dcterms:modified>
</cp:coreProperties>
</file>